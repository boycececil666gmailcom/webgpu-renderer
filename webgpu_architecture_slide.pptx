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4F4F5"/>
                </a:solidFill>
                <a:latin typeface="Segoe UI"/>
              </a:defRPr>
            </a:pPr>
            <a:r>
              <a:t>WebGPU Architecture: From High-Level Code to Hardware Silicon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4ADE80"/>
                </a:solidFill>
                <a:latin typeface="Consolas"/>
              </a:defRPr>
            </a:pPr>
            <a:r>
              <a:t>GL-Renderer</a:t>
            </a:r>
            <a:br/>
            <a:br/>
            <a:r>
              <a:t>&gt; A modular, real-time 3D rendering engine written in Python — powered by native OpenGL and the glTF 2.0 standard.</a:t>
            </a:r>
            <a:br/>
            <a:br/>
            <a:r>
              <a:t>![Python](https://img.shields.io/badge/Python-3776AB?style=flat&amp;logo=python&amp;logoColor=white)</a:t>
            </a:r>
            <a:br/>
            <a:r>
              <a:t>![OpenGL](https://img.shields.io/badge/OpenGL-5586A4?style=flat&amp;logo=opengl&amp;logoColor=white)</a:t>
            </a:r>
            <a:br/>
            <a:r>
              <a:t>![GLFW](https://img.shields.io/badge/GLFW-Window%20Manager-black?style=flat)</a:t>
            </a:r>
            <a:br/>
            <a:r>
              <a:t>![glTF](https://img.shields.io/badge/glTF%202.0-Model%20Format-green?style=flat)</a:t>
            </a:r>
            <a:br/>
            <a:r>
              <a:t>![PyOpenGL](https://img.shields.io/badge/PyOpenGL-GPU%20Bindings-orange?style=flat)</a:t>
            </a:r>
            <a:br/>
            <a:r>
              <a:t>![License](https://img.shields.io/badge/License-MIT-blue?style=flat)</a:t>
            </a:r>
            <a:br/>
            <a:br/>
            <a:r>
              <a:t>A lightweight, zero-framework 3D graphics engine that reads industry-standard glTF 2.0 model files and renders them in real time using raw OpenGL draw calls — zero game engine overhead, full pipeline control.</a:t>
            </a:r>
            <a:br/>
            <a:br/>
            <a:r>
              <a:t>---</a:t>
            </a:r>
            <a:br/>
            <a:br/>
            <a:r>
              <a:t>## Core Purpose &amp; Business Value</a:t>
            </a:r>
            <a:br/>
            <a:br/>
            <a:r>
              <a:t>PyGL-Renderer is a ground-up, dependency-lean 3D renderer that bypasses the abstraction of high-level game engines. It is purpose-built for engineers and researchers who need precise control over every stage of the real-time rendering pipeline.</a:t>
            </a:r>
            <a:br/>
            <a:br/>
            <a:r>
              <a:t>- **Full Pipeline Visibility**: Every render stage — from glTF buffer parsing to VAO upload, depth sorting, and shader dispatch — is explicit and inspectable. No black boxes.</a:t>
            </a:r>
            <a:br/>
            <a:r>
              <a:t>- **Industry-Standard 3D Asset Support**: Loads any conformant glTF 2.0 scene file, including meshes, PBR materials, textures, and scene hierarchies, allowing real-world assets to be visualised without conversion.</a:t>
            </a:r>
            <a:br/>
            <a:r>
              <a:t>- **Two-Pass Transparency Rendering**: Opaque and transparent primitives are sorted and drawn in separate GPU passes, ensuring correct alpha blending without visual artefacts.</a:t>
            </a:r>
            <a:br/>
            <a:r>
              <a:t>- **Configurable Without Code Changes**: Camera position, field of view, window dimensions, target frame rate, and directional light can all be tuned via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