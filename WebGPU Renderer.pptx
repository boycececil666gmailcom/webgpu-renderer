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60" r:id="rId3"/>
    <p:sldId id="263" r:id="rId4"/>
    <p:sldId id="274" r:id="rId5"/>
    <p:sldId id="268" r:id="rId6"/>
    <p:sldId id="262" r:id="rId7"/>
    <p:sldId id="279" r:id="rId8"/>
    <p:sldId id="282" r:id="rId9"/>
    <p:sldId id="271" r:id="rId10"/>
    <p:sldId id="272" r:id="rId11"/>
    <p:sldId id="273" r:id="rId12"/>
    <p:sldId id="277" r:id="rId13"/>
    <p:sldId id="280" r:id="rId14"/>
    <p:sldId id="278" r:id="rId15"/>
    <p:sldId id="275" r:id="rId16"/>
    <p:sldId id="281" r:id="rId17"/>
    <p:sldId id="259" r:id="rId18"/>
    <p:sldId id="265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661803-590C-4BF4-8418-3A596B2AE982}" v="16" dt="2026-10-18T12:32:33.5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12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yrion Bao" userId="86a2b12e41226f78" providerId="LiveId" clId="{BE0B2CE4-1428-496C-ACE6-ADB1F60287EC}"/>
    <pc:docChg chg="undo custSel addSld delSld modSld sldOrd">
      <pc:chgData name="Tyrion Bao" userId="86a2b12e41226f78" providerId="LiveId" clId="{BE0B2CE4-1428-496C-ACE6-ADB1F60287EC}" dt="2026-10-09T10:41:21.447" v="3816"/>
      <pc:docMkLst>
        <pc:docMk/>
      </pc:docMkLst>
      <pc:sldChg chg="modSp new mod">
        <pc:chgData name="Tyrion Bao" userId="86a2b12e41226f78" providerId="LiveId" clId="{BE0B2CE4-1428-496C-ACE6-ADB1F60287EC}" dt="2026-10-09T10:20:50.348" v="2886" actId="20577"/>
        <pc:sldMkLst>
          <pc:docMk/>
          <pc:sldMk cId="3812720094" sldId="256"/>
        </pc:sldMkLst>
        <pc:spChg chg="mod">
          <ac:chgData name="Tyrion Bao" userId="86a2b12e41226f78" providerId="LiveId" clId="{BE0B2CE4-1428-496C-ACE6-ADB1F60287EC}" dt="2026-10-09T10:20:50.348" v="2886" actId="20577"/>
          <ac:spMkLst>
            <pc:docMk/>
            <pc:sldMk cId="3812720094" sldId="256"/>
            <ac:spMk id="2" creationId="{5C3CDEB5-FA04-8CE4-BB0E-200B4F4793EF}"/>
          </ac:spMkLst>
        </pc:spChg>
        <pc:spChg chg="mod">
          <ac:chgData name="Tyrion Bao" userId="86a2b12e41226f78" providerId="LiveId" clId="{BE0B2CE4-1428-496C-ACE6-ADB1F60287EC}" dt="2026-10-08T12:27:43.123" v="2711" actId="20577"/>
          <ac:spMkLst>
            <pc:docMk/>
            <pc:sldMk cId="3812720094" sldId="256"/>
            <ac:spMk id="3" creationId="{67663B2F-E293-159D-8671-424CE59DD045}"/>
          </ac:spMkLst>
        </pc:spChg>
      </pc:sldChg>
      <pc:sldChg chg="modSp new mod ord">
        <pc:chgData name="Tyrion Bao" userId="86a2b12e41226f78" providerId="LiveId" clId="{BE0B2CE4-1428-496C-ACE6-ADB1F60287EC}" dt="2026-10-08T12:06:38.040" v="2563" actId="20577"/>
        <pc:sldMkLst>
          <pc:docMk/>
          <pc:sldMk cId="3127194409" sldId="259"/>
        </pc:sldMkLst>
        <pc:spChg chg="mod">
          <ac:chgData name="Tyrion Bao" userId="86a2b12e41226f78" providerId="LiveId" clId="{BE0B2CE4-1428-496C-ACE6-ADB1F60287EC}" dt="2026-10-02T07:48:01.668" v="579" actId="20577"/>
          <ac:spMkLst>
            <pc:docMk/>
            <pc:sldMk cId="3127194409" sldId="259"/>
            <ac:spMk id="2" creationId="{1631EA1C-1B4C-8E94-51C2-D8E2E04625BA}"/>
          </ac:spMkLst>
        </pc:spChg>
        <pc:spChg chg="mod">
          <ac:chgData name="Tyrion Bao" userId="86a2b12e41226f78" providerId="LiveId" clId="{BE0B2CE4-1428-496C-ACE6-ADB1F60287EC}" dt="2026-10-08T12:06:38.040" v="2563" actId="20577"/>
          <ac:spMkLst>
            <pc:docMk/>
            <pc:sldMk cId="3127194409" sldId="259"/>
            <ac:spMk id="3" creationId="{D864FF2B-5D3B-E95E-834D-1B30DB2A2B6B}"/>
          </ac:spMkLst>
        </pc:spChg>
      </pc:sldChg>
      <pc:sldChg chg="modSp new mod">
        <pc:chgData name="Tyrion Bao" userId="86a2b12e41226f78" providerId="LiveId" clId="{BE0B2CE4-1428-496C-ACE6-ADB1F60287EC}" dt="2026-10-08T12:22:58.205" v="2621" actId="20577"/>
        <pc:sldMkLst>
          <pc:docMk/>
          <pc:sldMk cId="1800488566" sldId="260"/>
        </pc:sldMkLst>
        <pc:spChg chg="mod">
          <ac:chgData name="Tyrion Bao" userId="86a2b12e41226f78" providerId="LiveId" clId="{BE0B2CE4-1428-496C-ACE6-ADB1F60287EC}" dt="2026-10-08T12:22:58.205" v="2621" actId="20577"/>
          <ac:spMkLst>
            <pc:docMk/>
            <pc:sldMk cId="1800488566" sldId="260"/>
            <ac:spMk id="2" creationId="{E5D21A7F-E611-6403-5DD1-39BC13FF79DD}"/>
          </ac:spMkLst>
        </pc:spChg>
      </pc:sldChg>
      <pc:sldChg chg="modSp new add del mod">
        <pc:chgData name="Tyrion Bao" userId="86a2b12e41226f78" providerId="LiveId" clId="{BE0B2CE4-1428-496C-ACE6-ADB1F60287EC}" dt="2026-10-09T10:41:05.777" v="3812" actId="20577"/>
        <pc:sldMkLst>
          <pc:docMk/>
          <pc:sldMk cId="3986438202" sldId="261"/>
        </pc:sldMkLst>
        <pc:spChg chg="mod">
          <ac:chgData name="Tyrion Bao" userId="86a2b12e41226f78" providerId="LiveId" clId="{BE0B2CE4-1428-496C-ACE6-ADB1F60287EC}" dt="2026-10-09T10:41:05.777" v="3812" actId="20577"/>
          <ac:spMkLst>
            <pc:docMk/>
            <pc:sldMk cId="3986438202" sldId="261"/>
            <ac:spMk id="3" creationId="{2413A87A-A300-E5BC-D77E-E5ACD4FA9EBD}"/>
          </ac:spMkLst>
        </pc:spChg>
      </pc:sldChg>
      <pc:sldChg chg="modSp new mod">
        <pc:chgData name="Tyrion Bao" userId="86a2b12e41226f78" providerId="LiveId" clId="{BE0B2CE4-1428-496C-ACE6-ADB1F60287EC}" dt="2026-10-09T10:38:09.430" v="3739" actId="1076"/>
        <pc:sldMkLst>
          <pc:docMk/>
          <pc:sldMk cId="943744701" sldId="262"/>
        </pc:sldMkLst>
        <pc:spChg chg="mod">
          <ac:chgData name="Tyrion Bao" userId="86a2b12e41226f78" providerId="LiveId" clId="{BE0B2CE4-1428-496C-ACE6-ADB1F60287EC}" dt="2026-10-09T10:37:06.360" v="3645" actId="20577"/>
          <ac:spMkLst>
            <pc:docMk/>
            <pc:sldMk cId="943744701" sldId="262"/>
            <ac:spMk id="2" creationId="{95665380-229C-8A34-832A-ED2E12BF40D0}"/>
          </ac:spMkLst>
        </pc:spChg>
        <pc:spChg chg="mod">
          <ac:chgData name="Tyrion Bao" userId="86a2b12e41226f78" providerId="LiveId" clId="{BE0B2CE4-1428-496C-ACE6-ADB1F60287EC}" dt="2026-10-09T10:38:09.430" v="3739" actId="1076"/>
          <ac:spMkLst>
            <pc:docMk/>
            <pc:sldMk cId="943744701" sldId="262"/>
            <ac:spMk id="3" creationId="{1CDD36FB-14EB-E63C-DB13-5B0DFEF0AE1D}"/>
          </ac:spMkLst>
        </pc:spChg>
      </pc:sldChg>
      <pc:sldChg chg="modSp new mod">
        <pc:chgData name="Tyrion Bao" userId="86a2b12e41226f78" providerId="LiveId" clId="{BE0B2CE4-1428-496C-ACE6-ADB1F60287EC}" dt="2026-10-09T10:40:24.247" v="3745"/>
        <pc:sldMkLst>
          <pc:docMk/>
          <pc:sldMk cId="1949254824" sldId="263"/>
        </pc:sldMkLst>
        <pc:spChg chg="mod">
          <ac:chgData name="Tyrion Bao" userId="86a2b12e41226f78" providerId="LiveId" clId="{BE0B2CE4-1428-496C-ACE6-ADB1F60287EC}" dt="2026-10-09T10:40:24.247" v="3745"/>
          <ac:spMkLst>
            <pc:docMk/>
            <pc:sldMk cId="1949254824" sldId="263"/>
            <ac:spMk id="2" creationId="{9C52CD5E-0479-C15D-685C-53C96A9A2573}"/>
          </ac:spMkLst>
        </pc:spChg>
      </pc:sldChg>
      <pc:sldChg chg="modSp new mod">
        <pc:chgData name="Tyrion Bao" userId="86a2b12e41226f78" providerId="LiveId" clId="{BE0B2CE4-1428-496C-ACE6-ADB1F60287EC}" dt="2026-10-02T10:06:02.850" v="2078" actId="20577"/>
        <pc:sldMkLst>
          <pc:docMk/>
          <pc:sldMk cId="2396252889" sldId="265"/>
        </pc:sldMkLst>
        <pc:spChg chg="mod">
          <ac:chgData name="Tyrion Bao" userId="86a2b12e41226f78" providerId="LiveId" clId="{BE0B2CE4-1428-496C-ACE6-ADB1F60287EC}" dt="2026-10-02T10:06:02.850" v="2078" actId="20577"/>
          <ac:spMkLst>
            <pc:docMk/>
            <pc:sldMk cId="2396252889" sldId="265"/>
            <ac:spMk id="2" creationId="{493A2EF7-200C-22DA-3C40-B6F90972A172}"/>
          </ac:spMkLst>
        </pc:spChg>
      </pc:sldChg>
      <pc:sldChg chg="modSp add">
        <pc:chgData name="Tyrion Bao" userId="86a2b12e41226f78" providerId="LiveId" clId="{BE0B2CE4-1428-496C-ACE6-ADB1F60287EC}" dt="2026-10-09T10:40:36.309" v="3747"/>
        <pc:sldMkLst>
          <pc:docMk/>
          <pc:sldMk cId="2556202693" sldId="268"/>
        </pc:sldMkLst>
        <pc:spChg chg="mod">
          <ac:chgData name="Tyrion Bao" userId="86a2b12e41226f78" providerId="LiveId" clId="{BE0B2CE4-1428-496C-ACE6-ADB1F60287EC}" dt="2026-10-09T10:40:36.309" v="3747"/>
          <ac:spMkLst>
            <pc:docMk/>
            <pc:sldMk cId="2556202693" sldId="268"/>
            <ac:spMk id="2" creationId="{09E2114C-741A-544B-6F85-EB2F790F1920}"/>
          </ac:spMkLst>
        </pc:spChg>
      </pc:sldChg>
    </pc:docChg>
  </pc:docChgLst>
  <pc:docChgLst>
    <pc:chgData name="Tyrion Bao" userId="86a2b12e41226f78" providerId="LiveId" clId="{4891CA31-0AE7-4ECE-B60E-21685528A7C5}"/>
    <pc:docChg chg="undo redo custSel addSld delSld modSld sldOrd">
      <pc:chgData name="Tyrion Bao" userId="86a2b12e41226f78" providerId="LiveId" clId="{4891CA31-0AE7-4ECE-B60E-21685528A7C5}" dt="2026-10-18T12:47:45.798" v="3515" actId="47"/>
      <pc:docMkLst>
        <pc:docMk/>
      </pc:docMkLst>
      <pc:sldChg chg="modSp mod">
        <pc:chgData name="Tyrion Bao" userId="86a2b12e41226f78" providerId="LiveId" clId="{4891CA31-0AE7-4ECE-B60E-21685528A7C5}" dt="2026-10-16T10:57:12.850" v="3162" actId="108"/>
        <pc:sldMkLst>
          <pc:docMk/>
          <pc:sldMk cId="3812720094" sldId="256"/>
        </pc:sldMkLst>
        <pc:spChg chg="mod">
          <ac:chgData name="Tyrion Bao" userId="86a2b12e41226f78" providerId="LiveId" clId="{4891CA31-0AE7-4ECE-B60E-21685528A7C5}" dt="2026-10-16T10:57:12.850" v="3162" actId="108"/>
          <ac:spMkLst>
            <pc:docMk/>
            <pc:sldMk cId="3812720094" sldId="256"/>
            <ac:spMk id="2" creationId="{5C3CDEB5-FA04-8CE4-BB0E-200B4F4793EF}"/>
          </ac:spMkLst>
        </pc:spChg>
        <pc:spChg chg="mod">
          <ac:chgData name="Tyrion Bao" userId="86a2b12e41226f78" providerId="LiveId" clId="{4891CA31-0AE7-4ECE-B60E-21685528A7C5}" dt="2026-10-16T03:10:34.614" v="3013" actId="14100"/>
          <ac:spMkLst>
            <pc:docMk/>
            <pc:sldMk cId="3812720094" sldId="256"/>
            <ac:spMk id="3" creationId="{67663B2F-E293-159D-8671-424CE59DD045}"/>
          </ac:spMkLst>
        </pc:spChg>
      </pc:sldChg>
      <pc:sldChg chg="addSp delSp modSp del mod">
        <pc:chgData name="Tyrion Bao" userId="86a2b12e41226f78" providerId="LiveId" clId="{4891CA31-0AE7-4ECE-B60E-21685528A7C5}" dt="2026-10-18T11:35:50.788" v="3239" actId="47"/>
        <pc:sldMkLst>
          <pc:docMk/>
          <pc:sldMk cId="1637792322" sldId="257"/>
        </pc:sldMkLst>
        <pc:picChg chg="del mod">
          <ac:chgData name="Tyrion Bao" userId="86a2b12e41226f78" providerId="LiveId" clId="{4891CA31-0AE7-4ECE-B60E-21685528A7C5}" dt="2026-10-18T11:35:49.503" v="3238" actId="21"/>
          <ac:picMkLst>
            <pc:docMk/>
            <pc:sldMk cId="1637792322" sldId="257"/>
            <ac:picMk id="5" creationId="{8923175F-3781-1CBD-86B8-235251AAD9CB}"/>
          </ac:picMkLst>
        </pc:picChg>
        <pc:picChg chg="add del mod">
          <ac:chgData name="Tyrion Bao" userId="86a2b12e41226f78" providerId="LiveId" clId="{4891CA31-0AE7-4ECE-B60E-21685528A7C5}" dt="2026-10-18T11:35:49.503" v="3238" actId="21"/>
          <ac:picMkLst>
            <pc:docMk/>
            <pc:sldMk cId="1637792322" sldId="257"/>
            <ac:picMk id="6" creationId="{11FDF19C-9B58-00D5-77D8-34969C040119}"/>
          </ac:picMkLst>
        </pc:picChg>
      </pc:sldChg>
      <pc:sldChg chg="addSp modSp mod">
        <pc:chgData name="Tyrion Bao" userId="86a2b12e41226f78" providerId="LiveId" clId="{4891CA31-0AE7-4ECE-B60E-21685528A7C5}" dt="2026-10-18T12:12:05.505" v="3355" actId="1076"/>
        <pc:sldMkLst>
          <pc:docMk/>
          <pc:sldMk cId="3127194409" sldId="259"/>
        </pc:sldMkLst>
        <pc:spChg chg="mod">
          <ac:chgData name="Tyrion Bao" userId="86a2b12e41226f78" providerId="LiveId" clId="{4891CA31-0AE7-4ECE-B60E-21685528A7C5}" dt="2026-10-18T12:11:22.863" v="3336" actId="20577"/>
          <ac:spMkLst>
            <pc:docMk/>
            <pc:sldMk cId="3127194409" sldId="259"/>
            <ac:spMk id="2" creationId="{1631EA1C-1B4C-8E94-51C2-D8E2E04625BA}"/>
          </ac:spMkLst>
        </pc:spChg>
        <pc:spChg chg="mod">
          <ac:chgData name="Tyrion Bao" userId="86a2b12e41226f78" providerId="LiveId" clId="{4891CA31-0AE7-4ECE-B60E-21685528A7C5}" dt="2026-10-18T12:11:50.989" v="3347" actId="5793"/>
          <ac:spMkLst>
            <pc:docMk/>
            <pc:sldMk cId="3127194409" sldId="259"/>
            <ac:spMk id="3" creationId="{D864FF2B-5D3B-E95E-834D-1B30DB2A2B6B}"/>
          </ac:spMkLst>
        </pc:spChg>
        <pc:picChg chg="add mod">
          <ac:chgData name="Tyrion Bao" userId="86a2b12e41226f78" providerId="LiveId" clId="{4891CA31-0AE7-4ECE-B60E-21685528A7C5}" dt="2026-10-18T12:11:56.163" v="3349" actId="14100"/>
          <ac:picMkLst>
            <pc:docMk/>
            <pc:sldMk cId="3127194409" sldId="259"/>
            <ac:picMk id="5" creationId="{03329CC2-F2B7-4775-973E-D76E25BD7C18}"/>
          </ac:picMkLst>
        </pc:picChg>
        <pc:picChg chg="add mod">
          <ac:chgData name="Tyrion Bao" userId="86a2b12e41226f78" providerId="LiveId" clId="{4891CA31-0AE7-4ECE-B60E-21685528A7C5}" dt="2026-10-18T12:12:05.505" v="3355" actId="1076"/>
          <ac:picMkLst>
            <pc:docMk/>
            <pc:sldMk cId="3127194409" sldId="259"/>
            <ac:picMk id="7" creationId="{2C25E9FA-5154-3C1C-F824-A852ACC92A76}"/>
          </ac:picMkLst>
        </pc:picChg>
      </pc:sldChg>
      <pc:sldChg chg="addSp delSp modSp del mod ord">
        <pc:chgData name="Tyrion Bao" userId="86a2b12e41226f78" providerId="LiveId" clId="{4891CA31-0AE7-4ECE-B60E-21685528A7C5}" dt="2026-10-18T12:47:45.798" v="3515" actId="47"/>
        <pc:sldMkLst>
          <pc:docMk/>
          <pc:sldMk cId="3986438202" sldId="261"/>
        </pc:sldMkLst>
        <pc:spChg chg="mod">
          <ac:chgData name="Tyrion Bao" userId="86a2b12e41226f78" providerId="LiveId" clId="{4891CA31-0AE7-4ECE-B60E-21685528A7C5}" dt="2026-10-16T03:10:16.316" v="3002" actId="20577"/>
          <ac:spMkLst>
            <pc:docMk/>
            <pc:sldMk cId="3986438202" sldId="261"/>
            <ac:spMk id="3" creationId="{2413A87A-A300-E5BC-D77E-E5ACD4FA9EBD}"/>
          </ac:spMkLst>
        </pc:spChg>
        <pc:spChg chg="add mod">
          <ac:chgData name="Tyrion Bao" userId="86a2b12e41226f78" providerId="LiveId" clId="{4891CA31-0AE7-4ECE-B60E-21685528A7C5}" dt="2026-10-16T03:10:24.100" v="3011" actId="20577"/>
          <ac:spMkLst>
            <pc:docMk/>
            <pc:sldMk cId="3986438202" sldId="261"/>
            <ac:spMk id="5" creationId="{BDDB4206-BC1B-A0AB-96C3-88D2104755C0}"/>
          </ac:spMkLst>
        </pc:spChg>
      </pc:sldChg>
      <pc:sldChg chg="addSp modSp mod">
        <pc:chgData name="Tyrion Bao" userId="86a2b12e41226f78" providerId="LiveId" clId="{4891CA31-0AE7-4ECE-B60E-21685528A7C5}" dt="2026-10-18T12:32:21.774" v="3441" actId="20577"/>
        <pc:sldMkLst>
          <pc:docMk/>
          <pc:sldMk cId="943744701" sldId="262"/>
        </pc:sldMkLst>
        <pc:spChg chg="mod">
          <ac:chgData name="Tyrion Bao" userId="86a2b12e41226f78" providerId="LiveId" clId="{4891CA31-0AE7-4ECE-B60E-21685528A7C5}" dt="2026-10-16T03:10:48.701" v="3014" actId="20577"/>
          <ac:spMkLst>
            <pc:docMk/>
            <pc:sldMk cId="943744701" sldId="262"/>
            <ac:spMk id="2" creationId="{95665380-229C-8A34-832A-ED2E12BF40D0}"/>
          </ac:spMkLst>
        </pc:spChg>
        <pc:spChg chg="mod">
          <ac:chgData name="Tyrion Bao" userId="86a2b12e41226f78" providerId="LiveId" clId="{4891CA31-0AE7-4ECE-B60E-21685528A7C5}" dt="2026-10-18T12:32:21.774" v="3441" actId="20577"/>
          <ac:spMkLst>
            <pc:docMk/>
            <pc:sldMk cId="943744701" sldId="262"/>
            <ac:spMk id="3" creationId="{1CDD36FB-14EB-E63C-DB13-5B0DFEF0AE1D}"/>
          </ac:spMkLst>
        </pc:spChg>
        <pc:spChg chg="add mod">
          <ac:chgData name="Tyrion Bao" userId="86a2b12e41226f78" providerId="LiveId" clId="{4891CA31-0AE7-4ECE-B60E-21685528A7C5}" dt="2026-10-13T08:04:15.805" v="1147" actId="21"/>
          <ac:spMkLst>
            <pc:docMk/>
            <pc:sldMk cId="943744701" sldId="262"/>
            <ac:spMk id="4" creationId="{76C5F6CF-1048-44CE-5671-5D14C8C22D4E}"/>
          </ac:spMkLst>
        </pc:spChg>
      </pc:sldChg>
      <pc:sldChg chg="addSp delSp modSp mod">
        <pc:chgData name="Tyrion Bao" userId="86a2b12e41226f78" providerId="LiveId" clId="{4891CA31-0AE7-4ECE-B60E-21685528A7C5}" dt="2026-10-13T11:28:12.548" v="1459" actId="1076"/>
        <pc:sldMkLst>
          <pc:docMk/>
          <pc:sldMk cId="1949254824" sldId="263"/>
        </pc:sldMkLst>
        <pc:spChg chg="mod">
          <ac:chgData name="Tyrion Bao" userId="86a2b12e41226f78" providerId="LiveId" clId="{4891CA31-0AE7-4ECE-B60E-21685528A7C5}" dt="2026-10-13T10:45:46.259" v="1228" actId="5793"/>
          <ac:spMkLst>
            <pc:docMk/>
            <pc:sldMk cId="1949254824" sldId="263"/>
            <ac:spMk id="2" creationId="{9C52CD5E-0479-C15D-685C-53C96A9A2573}"/>
          </ac:spMkLst>
        </pc:spChg>
        <pc:spChg chg="add mod">
          <ac:chgData name="Tyrion Bao" userId="86a2b12e41226f78" providerId="LiveId" clId="{4891CA31-0AE7-4ECE-B60E-21685528A7C5}" dt="2026-10-13T10:45:50.184" v="1229" actId="1076"/>
          <ac:spMkLst>
            <pc:docMk/>
            <pc:sldMk cId="1949254824" sldId="263"/>
            <ac:spMk id="10" creationId="{63364981-20CC-598C-717F-99096FB5CF8F}"/>
          </ac:spMkLst>
        </pc:spChg>
        <pc:picChg chg="add mod">
          <ac:chgData name="Tyrion Bao" userId="86a2b12e41226f78" providerId="LiveId" clId="{4891CA31-0AE7-4ECE-B60E-21685528A7C5}" dt="2026-10-13T11:28:12.548" v="1459" actId="1076"/>
          <ac:picMkLst>
            <pc:docMk/>
            <pc:sldMk cId="1949254824" sldId="263"/>
            <ac:picMk id="9" creationId="{01B64DD8-E036-628D-36EA-25272E6644B1}"/>
          </ac:picMkLst>
        </pc:picChg>
      </pc:sldChg>
      <pc:sldChg chg="modSp mod">
        <pc:chgData name="Tyrion Bao" userId="86a2b12e41226f78" providerId="LiveId" clId="{4891CA31-0AE7-4ECE-B60E-21685528A7C5}" dt="2026-10-10T10:22:46.595" v="419" actId="20577"/>
        <pc:sldMkLst>
          <pc:docMk/>
          <pc:sldMk cId="2396252889" sldId="265"/>
        </pc:sldMkLst>
        <pc:spChg chg="mod">
          <ac:chgData name="Tyrion Bao" userId="86a2b12e41226f78" providerId="LiveId" clId="{4891CA31-0AE7-4ECE-B60E-21685528A7C5}" dt="2026-10-10T10:22:46.595" v="419" actId="20577"/>
          <ac:spMkLst>
            <pc:docMk/>
            <pc:sldMk cId="2396252889" sldId="265"/>
            <ac:spMk id="2" creationId="{493A2EF7-200C-22DA-3C40-B6F90972A172}"/>
          </ac:spMkLst>
        </pc:spChg>
      </pc:sldChg>
      <pc:sldChg chg="modSp del mod">
        <pc:chgData name="Tyrion Bao" userId="86a2b12e41226f78" providerId="LiveId" clId="{4891CA31-0AE7-4ECE-B60E-21685528A7C5}" dt="2026-10-18T11:56:09.555" v="3278" actId="47"/>
        <pc:sldMkLst>
          <pc:docMk/>
          <pc:sldMk cId="2530839382" sldId="266"/>
        </pc:sldMkLst>
      </pc:sldChg>
      <pc:sldChg chg="addSp delSp modSp mod">
        <pc:chgData name="Tyrion Bao" userId="86a2b12e41226f78" providerId="LiveId" clId="{4891CA31-0AE7-4ECE-B60E-21685528A7C5}" dt="2026-10-13T09:54:53.916" v="1161" actId="14100"/>
        <pc:sldMkLst>
          <pc:docMk/>
          <pc:sldMk cId="2556202693" sldId="268"/>
        </pc:sldMkLst>
        <pc:spChg chg="mod">
          <ac:chgData name="Tyrion Bao" userId="86a2b12e41226f78" providerId="LiveId" clId="{4891CA31-0AE7-4ECE-B60E-21685528A7C5}" dt="2026-10-12T07:02:33.443" v="623" actId="20577"/>
          <ac:spMkLst>
            <pc:docMk/>
            <pc:sldMk cId="2556202693" sldId="268"/>
            <ac:spMk id="2" creationId="{09E2114C-741A-544B-6F85-EB2F790F1920}"/>
          </ac:spMkLst>
        </pc:spChg>
        <pc:spChg chg="mod">
          <ac:chgData name="Tyrion Bao" userId="86a2b12e41226f78" providerId="LiveId" clId="{4891CA31-0AE7-4ECE-B60E-21685528A7C5}" dt="2026-10-12T06:06:20.282" v="537" actId="27636"/>
          <ac:spMkLst>
            <pc:docMk/>
            <pc:sldMk cId="2556202693" sldId="268"/>
            <ac:spMk id="3" creationId="{319AD4AA-A236-D115-96E6-B2F9ED260A75}"/>
          </ac:spMkLst>
        </pc:spChg>
        <pc:spChg chg="add mod">
          <ac:chgData name="Tyrion Bao" userId="86a2b12e41226f78" providerId="LiveId" clId="{4891CA31-0AE7-4ECE-B60E-21685528A7C5}" dt="2026-10-12T07:02:07.222" v="610" actId="27636"/>
          <ac:spMkLst>
            <pc:docMk/>
            <pc:sldMk cId="2556202693" sldId="268"/>
            <ac:spMk id="10" creationId="{95DD8A95-94AF-0BF2-ADA4-498CD2578109}"/>
          </ac:spMkLst>
        </pc:spChg>
        <pc:spChg chg="add mod">
          <ac:chgData name="Tyrion Bao" userId="86a2b12e41226f78" providerId="LiveId" clId="{4891CA31-0AE7-4ECE-B60E-21685528A7C5}" dt="2026-10-12T06:06:41.812" v="570" actId="20577"/>
          <ac:spMkLst>
            <pc:docMk/>
            <pc:sldMk cId="2556202693" sldId="268"/>
            <ac:spMk id="11" creationId="{7385F1EA-A542-3CF4-3490-CB75144606FE}"/>
          </ac:spMkLst>
        </pc:spChg>
        <pc:spChg chg="add mod">
          <ac:chgData name="Tyrion Bao" userId="86a2b12e41226f78" providerId="LiveId" clId="{4891CA31-0AE7-4ECE-B60E-21685528A7C5}" dt="2026-10-13T07:25:58.841" v="1073" actId="14100"/>
          <ac:spMkLst>
            <pc:docMk/>
            <pc:sldMk cId="2556202693" sldId="268"/>
            <ac:spMk id="16" creationId="{39559C9E-5E24-3455-298C-A4023740F75B}"/>
          </ac:spMkLst>
        </pc:spChg>
        <pc:spChg chg="add mod">
          <ac:chgData name="Tyrion Bao" userId="86a2b12e41226f78" providerId="LiveId" clId="{4891CA31-0AE7-4ECE-B60E-21685528A7C5}" dt="2026-10-13T07:26:15.578" v="1085" actId="1076"/>
          <ac:spMkLst>
            <pc:docMk/>
            <pc:sldMk cId="2556202693" sldId="268"/>
            <ac:spMk id="18" creationId="{A5429B54-E4D7-4ABD-D755-C303090F161D}"/>
          </ac:spMkLst>
        </pc:spChg>
        <pc:spChg chg="add mod">
          <ac:chgData name="Tyrion Bao" userId="86a2b12e41226f78" providerId="LiveId" clId="{4891CA31-0AE7-4ECE-B60E-21685528A7C5}" dt="2026-10-13T08:02:51.434" v="1128"/>
          <ac:spMkLst>
            <pc:docMk/>
            <pc:sldMk cId="2556202693" sldId="268"/>
            <ac:spMk id="22" creationId="{9E8541F7-321F-8AC6-847E-F35247FFA7CB}"/>
          </ac:spMkLst>
        </pc:spChg>
        <pc:spChg chg="add mod">
          <ac:chgData name="Tyrion Bao" userId="86a2b12e41226f78" providerId="LiveId" clId="{4891CA31-0AE7-4ECE-B60E-21685528A7C5}" dt="2026-10-13T08:03:45.509" v="1143" actId="20577"/>
          <ac:spMkLst>
            <pc:docMk/>
            <pc:sldMk cId="2556202693" sldId="268"/>
            <ac:spMk id="24" creationId="{AA80C8C9-13B2-2C87-1E0E-6AFF692CFAF3}"/>
          </ac:spMkLst>
        </pc:spChg>
        <pc:picChg chg="add mod">
          <ac:chgData name="Tyrion Bao" userId="86a2b12e41226f78" providerId="LiveId" clId="{4891CA31-0AE7-4ECE-B60E-21685528A7C5}" dt="2026-10-12T06:06:13.960" v="535" actId="14100"/>
          <ac:picMkLst>
            <pc:docMk/>
            <pc:sldMk cId="2556202693" sldId="268"/>
            <ac:picMk id="9" creationId="{CE0C8902-F7D5-5D1D-AB5F-5F52C363D314}"/>
          </ac:picMkLst>
        </pc:picChg>
        <pc:picChg chg="add mod">
          <ac:chgData name="Tyrion Bao" userId="86a2b12e41226f78" providerId="LiveId" clId="{4891CA31-0AE7-4ECE-B60E-21685528A7C5}" dt="2026-10-12T06:25:49.878" v="592" actId="1076"/>
          <ac:picMkLst>
            <pc:docMk/>
            <pc:sldMk cId="2556202693" sldId="268"/>
            <ac:picMk id="14" creationId="{F4D88FF5-D639-D542-A7FB-D976FD47590B}"/>
          </ac:picMkLst>
        </pc:picChg>
        <pc:picChg chg="add mod">
          <ac:chgData name="Tyrion Bao" userId="86a2b12e41226f78" providerId="LiveId" clId="{4891CA31-0AE7-4ECE-B60E-21685528A7C5}" dt="2026-10-13T07:52:00.348" v="1091" actId="1076"/>
          <ac:picMkLst>
            <pc:docMk/>
            <pc:sldMk cId="2556202693" sldId="268"/>
            <ac:picMk id="20" creationId="{7D05E34A-723E-FADB-4FB0-EBC9CBFA457D}"/>
          </ac:picMkLst>
        </pc:picChg>
        <pc:picChg chg="add mod">
          <ac:chgData name="Tyrion Bao" userId="86a2b12e41226f78" providerId="LiveId" clId="{4891CA31-0AE7-4ECE-B60E-21685528A7C5}" dt="2026-10-13T09:54:33.371" v="1157" actId="1076"/>
          <ac:picMkLst>
            <pc:docMk/>
            <pc:sldMk cId="2556202693" sldId="268"/>
            <ac:picMk id="26" creationId="{E2BA4C4A-3318-92FB-A6AC-8C9578BC9D31}"/>
          </ac:picMkLst>
        </pc:picChg>
        <pc:picChg chg="add mod">
          <ac:chgData name="Tyrion Bao" userId="86a2b12e41226f78" providerId="LiveId" clId="{4891CA31-0AE7-4ECE-B60E-21685528A7C5}" dt="2026-10-13T09:54:53.916" v="1161" actId="14100"/>
          <ac:picMkLst>
            <pc:docMk/>
            <pc:sldMk cId="2556202693" sldId="268"/>
            <ac:picMk id="28" creationId="{BAA5E4C8-CCD6-984E-AA74-D5985DD7A53C}"/>
          </ac:picMkLst>
        </pc:picChg>
      </pc:sldChg>
      <pc:sldChg chg="addSp delSp modSp add mod">
        <pc:chgData name="Tyrion Bao" userId="86a2b12e41226f78" providerId="LiveId" clId="{4891CA31-0AE7-4ECE-B60E-21685528A7C5}" dt="2026-10-12T06:45:17.574" v="598" actId="14100"/>
        <pc:sldMkLst>
          <pc:docMk/>
          <pc:sldMk cId="2124816499" sldId="271"/>
        </pc:sldMkLst>
        <pc:spChg chg="mod">
          <ac:chgData name="Tyrion Bao" userId="86a2b12e41226f78" providerId="LiveId" clId="{4891CA31-0AE7-4ECE-B60E-21685528A7C5}" dt="2026-10-10T09:38:06.706" v="81" actId="20577"/>
          <ac:spMkLst>
            <pc:docMk/>
            <pc:sldMk cId="2124816499" sldId="271"/>
            <ac:spMk id="2" creationId="{A07AE7C9-8F03-CDB0-D027-363093275095}"/>
          </ac:spMkLst>
        </pc:spChg>
        <pc:picChg chg="add mod">
          <ac:chgData name="Tyrion Bao" userId="86a2b12e41226f78" providerId="LiveId" clId="{4891CA31-0AE7-4ECE-B60E-21685528A7C5}" dt="2026-10-10T09:43:41.517" v="107" actId="1076"/>
          <ac:picMkLst>
            <pc:docMk/>
            <pc:sldMk cId="2124816499" sldId="271"/>
            <ac:picMk id="7" creationId="{15623197-5A4C-2FF6-5850-E1A8517A291F}"/>
          </ac:picMkLst>
        </pc:picChg>
        <pc:picChg chg="add mod">
          <ac:chgData name="Tyrion Bao" userId="86a2b12e41226f78" providerId="LiveId" clId="{4891CA31-0AE7-4ECE-B60E-21685528A7C5}" dt="2026-10-12T06:45:05.944" v="593" actId="14100"/>
          <ac:picMkLst>
            <pc:docMk/>
            <pc:sldMk cId="2124816499" sldId="271"/>
            <ac:picMk id="11" creationId="{58EEFE3E-A182-F32B-2720-1B55C6E98940}"/>
          </ac:picMkLst>
        </pc:picChg>
        <pc:picChg chg="add mod">
          <ac:chgData name="Tyrion Bao" userId="86a2b12e41226f78" providerId="LiveId" clId="{4891CA31-0AE7-4ECE-B60E-21685528A7C5}" dt="2026-10-12T06:45:17.574" v="598" actId="14100"/>
          <ac:picMkLst>
            <pc:docMk/>
            <pc:sldMk cId="2124816499" sldId="271"/>
            <ac:picMk id="15" creationId="{7CB3A017-B718-300C-41CD-D9CCEF9CF140}"/>
          </ac:picMkLst>
        </pc:picChg>
      </pc:sldChg>
      <pc:sldChg chg="addSp delSp modSp add mod">
        <pc:chgData name="Tyrion Bao" userId="86a2b12e41226f78" providerId="LiveId" clId="{4891CA31-0AE7-4ECE-B60E-21685528A7C5}" dt="2026-10-10T10:17:24.427" v="166" actId="1076"/>
        <pc:sldMkLst>
          <pc:docMk/>
          <pc:sldMk cId="1140172268" sldId="272"/>
        </pc:sldMkLst>
        <pc:spChg chg="mod">
          <ac:chgData name="Tyrion Bao" userId="86a2b12e41226f78" providerId="LiveId" clId="{4891CA31-0AE7-4ECE-B60E-21685528A7C5}" dt="2026-10-10T10:08:31.809" v="163" actId="20577"/>
          <ac:spMkLst>
            <pc:docMk/>
            <pc:sldMk cId="1140172268" sldId="272"/>
            <ac:spMk id="2" creationId="{4449A65D-BCA9-EBDD-F495-8AA66AF2882D}"/>
          </ac:spMkLst>
        </pc:spChg>
        <pc:picChg chg="add mod">
          <ac:chgData name="Tyrion Bao" userId="86a2b12e41226f78" providerId="LiveId" clId="{4891CA31-0AE7-4ECE-B60E-21685528A7C5}" dt="2026-10-10T10:17:24.427" v="166" actId="1076"/>
          <ac:picMkLst>
            <pc:docMk/>
            <pc:sldMk cId="1140172268" sldId="272"/>
            <ac:picMk id="4" creationId="{049434F6-E4A4-20BD-E2F4-BAA18285ED8E}"/>
          </ac:picMkLst>
        </pc:picChg>
      </pc:sldChg>
      <pc:sldChg chg="addSp delSp modSp add mod ord">
        <pc:chgData name="Tyrion Bao" userId="86a2b12e41226f78" providerId="LiveId" clId="{4891CA31-0AE7-4ECE-B60E-21685528A7C5}" dt="2026-10-16T02:16:55.437" v="2892" actId="1076"/>
        <pc:sldMkLst>
          <pc:docMk/>
          <pc:sldMk cId="2948105093" sldId="273"/>
        </pc:sldMkLst>
        <pc:spChg chg="mod">
          <ac:chgData name="Tyrion Bao" userId="86a2b12e41226f78" providerId="LiveId" clId="{4891CA31-0AE7-4ECE-B60E-21685528A7C5}" dt="2026-10-14T11:14:37.347" v="1939" actId="20577"/>
          <ac:spMkLst>
            <pc:docMk/>
            <pc:sldMk cId="2948105093" sldId="273"/>
            <ac:spMk id="2" creationId="{908AD7D4-E292-EA64-F0D4-B2512616F071}"/>
          </ac:spMkLst>
        </pc:spChg>
        <pc:picChg chg="add mod">
          <ac:chgData name="Tyrion Bao" userId="86a2b12e41226f78" providerId="LiveId" clId="{4891CA31-0AE7-4ECE-B60E-21685528A7C5}" dt="2026-10-16T02:16:55.437" v="2892" actId="1076"/>
          <ac:picMkLst>
            <pc:docMk/>
            <pc:sldMk cId="2948105093" sldId="273"/>
            <ac:picMk id="12" creationId="{7B4E06CE-0939-4DF2-6B68-B454ACB6539B}"/>
          </ac:picMkLst>
        </pc:picChg>
      </pc:sldChg>
      <pc:sldChg chg="addSp delSp modSp add mod">
        <pc:chgData name="Tyrion Bao" userId="86a2b12e41226f78" providerId="LiveId" clId="{4891CA31-0AE7-4ECE-B60E-21685528A7C5}" dt="2026-10-17T04:42:16.845" v="3181" actId="14100"/>
        <pc:sldMkLst>
          <pc:docMk/>
          <pc:sldMk cId="843727772" sldId="274"/>
        </pc:sldMkLst>
        <pc:spChg chg="mod">
          <ac:chgData name="Tyrion Bao" userId="86a2b12e41226f78" providerId="LiveId" clId="{4891CA31-0AE7-4ECE-B60E-21685528A7C5}" dt="2026-10-14T05:09:09.399" v="1568" actId="1076"/>
          <ac:spMkLst>
            <pc:docMk/>
            <pc:sldMk cId="843727772" sldId="274"/>
            <ac:spMk id="2" creationId="{3357BD1C-E5F7-6F26-E954-00CF9CF426C6}"/>
          </ac:spMkLst>
        </pc:spChg>
        <pc:spChg chg="mod">
          <ac:chgData name="Tyrion Bao" userId="86a2b12e41226f78" providerId="LiveId" clId="{4891CA31-0AE7-4ECE-B60E-21685528A7C5}" dt="2026-10-13T11:24:32.083" v="1458" actId="20577"/>
          <ac:spMkLst>
            <pc:docMk/>
            <pc:sldMk cId="843727772" sldId="274"/>
            <ac:spMk id="10" creationId="{00CA7FDA-540C-FF9F-33E7-85A3A94C9AF8}"/>
          </ac:spMkLst>
        </pc:spChg>
        <pc:picChg chg="add mod">
          <ac:chgData name="Tyrion Bao" userId="86a2b12e41226f78" providerId="LiveId" clId="{4891CA31-0AE7-4ECE-B60E-21685528A7C5}" dt="2026-10-17T04:42:16.845" v="3181" actId="14100"/>
          <ac:picMkLst>
            <pc:docMk/>
            <pc:sldMk cId="843727772" sldId="274"/>
            <ac:picMk id="4" creationId="{721BCA4C-84CA-CA87-BFC2-7C97A25D7E05}"/>
          </ac:picMkLst>
        </pc:picChg>
        <pc:picChg chg="add mod">
          <ac:chgData name="Tyrion Bao" userId="86a2b12e41226f78" providerId="LiveId" clId="{4891CA31-0AE7-4ECE-B60E-21685528A7C5}" dt="2026-10-17T04:42:11.070" v="3178" actId="1076"/>
          <ac:picMkLst>
            <pc:docMk/>
            <pc:sldMk cId="843727772" sldId="274"/>
            <ac:picMk id="8" creationId="{E63F0947-F892-DC4A-8D0E-71F730513A7B}"/>
          </ac:picMkLst>
        </pc:picChg>
        <pc:picChg chg="add mod">
          <ac:chgData name="Tyrion Bao" userId="86a2b12e41226f78" providerId="LiveId" clId="{4891CA31-0AE7-4ECE-B60E-21685528A7C5}" dt="2026-10-13T12:20:14.083" v="1565" actId="1076"/>
          <ac:picMkLst>
            <pc:docMk/>
            <pc:sldMk cId="843727772" sldId="274"/>
            <ac:picMk id="14" creationId="{F2F36BE0-A1C9-EE2E-025D-785BC9ACC3C5}"/>
          </ac:picMkLst>
        </pc:picChg>
      </pc:sldChg>
      <pc:sldChg chg="addSp delSp modSp add mod">
        <pc:chgData name="Tyrion Bao" userId="86a2b12e41226f78" providerId="LiveId" clId="{4891CA31-0AE7-4ECE-B60E-21685528A7C5}" dt="2026-10-14T07:52:16.525" v="1891" actId="20577"/>
        <pc:sldMkLst>
          <pc:docMk/>
          <pc:sldMk cId="2789359047" sldId="275"/>
        </pc:sldMkLst>
        <pc:spChg chg="mod">
          <ac:chgData name="Tyrion Bao" userId="86a2b12e41226f78" providerId="LiveId" clId="{4891CA31-0AE7-4ECE-B60E-21685528A7C5}" dt="2026-10-14T06:55:41.974" v="1659" actId="20577"/>
          <ac:spMkLst>
            <pc:docMk/>
            <pc:sldMk cId="2789359047" sldId="275"/>
            <ac:spMk id="2" creationId="{D50E4326-4D9A-8D51-AE9E-8AA1218E3557}"/>
          </ac:spMkLst>
        </pc:spChg>
        <pc:spChg chg="add mod">
          <ac:chgData name="Tyrion Bao" userId="86a2b12e41226f78" providerId="LiveId" clId="{4891CA31-0AE7-4ECE-B60E-21685528A7C5}" dt="2026-10-14T07:13:39.920" v="1742" actId="1076"/>
          <ac:spMkLst>
            <pc:docMk/>
            <pc:sldMk cId="2789359047" sldId="275"/>
            <ac:spMk id="6" creationId="{F375FFB0-D2E0-691A-615B-29016704596C}"/>
          </ac:spMkLst>
        </pc:spChg>
        <pc:spChg chg="add mod">
          <ac:chgData name="Tyrion Bao" userId="86a2b12e41226f78" providerId="LiveId" clId="{4891CA31-0AE7-4ECE-B60E-21685528A7C5}" dt="2026-10-14T07:28:41.403" v="1787" actId="1076"/>
          <ac:spMkLst>
            <pc:docMk/>
            <pc:sldMk cId="2789359047" sldId="275"/>
            <ac:spMk id="8" creationId="{2AA8150B-0256-D5D3-5B9C-68DEEEDD1A8E}"/>
          </ac:spMkLst>
        </pc:spChg>
        <pc:spChg chg="add mod">
          <ac:chgData name="Tyrion Bao" userId="86a2b12e41226f78" providerId="LiveId" clId="{4891CA31-0AE7-4ECE-B60E-21685528A7C5}" dt="2026-10-14T07:52:16.525" v="1891" actId="20577"/>
          <ac:spMkLst>
            <pc:docMk/>
            <pc:sldMk cId="2789359047" sldId="275"/>
            <ac:spMk id="12" creationId="{6F56AB57-5190-5281-6FF6-0793A2FB3C8E}"/>
          </ac:spMkLst>
        </pc:spChg>
        <pc:picChg chg="add mod">
          <ac:chgData name="Tyrion Bao" userId="86a2b12e41226f78" providerId="LiveId" clId="{4891CA31-0AE7-4ECE-B60E-21685528A7C5}" dt="2026-10-14T07:06:14.626" v="1727" actId="14100"/>
          <ac:picMkLst>
            <pc:docMk/>
            <pc:sldMk cId="2789359047" sldId="275"/>
            <ac:picMk id="5" creationId="{C77C9849-161A-8558-A227-89C7A6334591}"/>
          </ac:picMkLst>
        </pc:picChg>
        <pc:picChg chg="add mod">
          <ac:chgData name="Tyrion Bao" userId="86a2b12e41226f78" providerId="LiveId" clId="{4891CA31-0AE7-4ECE-B60E-21685528A7C5}" dt="2026-10-14T07:35:37.079" v="1790" actId="1076"/>
          <ac:picMkLst>
            <pc:docMk/>
            <pc:sldMk cId="2789359047" sldId="275"/>
            <ac:picMk id="10" creationId="{0A35EAAF-71D6-C023-4377-6432FA0B11E0}"/>
          </ac:picMkLst>
        </pc:picChg>
        <pc:picChg chg="add mod">
          <ac:chgData name="Tyrion Bao" userId="86a2b12e41226f78" providerId="LiveId" clId="{4891CA31-0AE7-4ECE-B60E-21685528A7C5}" dt="2026-10-14T07:52:10.214" v="1889" actId="1076"/>
          <ac:picMkLst>
            <pc:docMk/>
            <pc:sldMk cId="2789359047" sldId="275"/>
            <ac:picMk id="14" creationId="{3BCCD1ED-CDA1-8DFE-AFC3-427B5AD06B7E}"/>
          </ac:picMkLst>
        </pc:picChg>
      </pc:sldChg>
      <pc:sldChg chg="addSp delSp modSp add del mod ord">
        <pc:chgData name="Tyrion Bao" userId="86a2b12e41226f78" providerId="LiveId" clId="{4891CA31-0AE7-4ECE-B60E-21685528A7C5}" dt="2026-10-18T12:01:27.907" v="3283" actId="47"/>
        <pc:sldMkLst>
          <pc:docMk/>
          <pc:sldMk cId="999397541" sldId="276"/>
        </pc:sldMkLst>
        <pc:picChg chg="add mod">
          <ac:chgData name="Tyrion Bao" userId="86a2b12e41226f78" providerId="LiveId" clId="{4891CA31-0AE7-4ECE-B60E-21685528A7C5}" dt="2026-10-18T11:59:28.549" v="3282" actId="14100"/>
          <ac:picMkLst>
            <pc:docMk/>
            <pc:sldMk cId="999397541" sldId="276"/>
            <ac:picMk id="7" creationId="{A393CDAB-EEE0-B66A-D585-31210CB83617}"/>
          </ac:picMkLst>
        </pc:picChg>
      </pc:sldChg>
      <pc:sldChg chg="addSp delSp modSp add mod">
        <pc:chgData name="Tyrion Bao" userId="86a2b12e41226f78" providerId="LiveId" clId="{4891CA31-0AE7-4ECE-B60E-21685528A7C5}" dt="2026-10-15T13:31:15.669" v="2816" actId="14100"/>
        <pc:sldMkLst>
          <pc:docMk/>
          <pc:sldMk cId="1844087161" sldId="277"/>
        </pc:sldMkLst>
        <pc:spChg chg="mod">
          <ac:chgData name="Tyrion Bao" userId="86a2b12e41226f78" providerId="LiveId" clId="{4891CA31-0AE7-4ECE-B60E-21685528A7C5}" dt="2026-10-15T13:26:42.719" v="2360" actId="20577"/>
          <ac:spMkLst>
            <pc:docMk/>
            <pc:sldMk cId="1844087161" sldId="277"/>
            <ac:spMk id="2" creationId="{42002FF2-AF5A-903C-D99B-8A9305C2B652}"/>
          </ac:spMkLst>
        </pc:spChg>
        <pc:spChg chg="add mod">
          <ac:chgData name="Tyrion Bao" userId="86a2b12e41226f78" providerId="LiveId" clId="{4891CA31-0AE7-4ECE-B60E-21685528A7C5}" dt="2026-10-15T13:31:15.669" v="2816" actId="14100"/>
          <ac:spMkLst>
            <pc:docMk/>
            <pc:sldMk cId="1844087161" sldId="277"/>
            <ac:spMk id="3" creationId="{6ECAF042-B89F-8AD2-75E4-2EDCFDD72604}"/>
          </ac:spMkLst>
        </pc:spChg>
      </pc:sldChg>
      <pc:sldChg chg="modSp add mod">
        <pc:chgData name="Tyrion Bao" userId="86a2b12e41226f78" providerId="LiveId" clId="{4891CA31-0AE7-4ECE-B60E-21685528A7C5}" dt="2026-10-15T13:28:16.342" v="2564" actId="1076"/>
        <pc:sldMkLst>
          <pc:docMk/>
          <pc:sldMk cId="2915435550" sldId="278"/>
        </pc:sldMkLst>
        <pc:spChg chg="mod">
          <ac:chgData name="Tyrion Bao" userId="86a2b12e41226f78" providerId="LiveId" clId="{4891CA31-0AE7-4ECE-B60E-21685528A7C5}" dt="2026-10-15T13:26:50.803" v="2385" actId="20577"/>
          <ac:spMkLst>
            <pc:docMk/>
            <pc:sldMk cId="2915435550" sldId="278"/>
            <ac:spMk id="2" creationId="{91407083-81C4-31BA-4CB0-D1C15AB03215}"/>
          </ac:spMkLst>
        </pc:spChg>
        <pc:spChg chg="mod">
          <ac:chgData name="Tyrion Bao" userId="86a2b12e41226f78" providerId="LiveId" clId="{4891CA31-0AE7-4ECE-B60E-21685528A7C5}" dt="2026-10-15T13:28:11.235" v="2562" actId="20577"/>
          <ac:spMkLst>
            <pc:docMk/>
            <pc:sldMk cId="2915435550" sldId="278"/>
            <ac:spMk id="3" creationId="{AA10B8B8-C33D-6F91-F646-48B97964D2AA}"/>
          </ac:spMkLst>
        </pc:spChg>
        <pc:picChg chg="mod">
          <ac:chgData name="Tyrion Bao" userId="86a2b12e41226f78" providerId="LiveId" clId="{4891CA31-0AE7-4ECE-B60E-21685528A7C5}" dt="2026-10-15T13:28:16.342" v="2564" actId="1076"/>
          <ac:picMkLst>
            <pc:docMk/>
            <pc:sldMk cId="2915435550" sldId="278"/>
            <ac:picMk id="8" creationId="{7A61C781-B360-8985-2E21-98194529AFA1}"/>
          </ac:picMkLst>
        </pc:picChg>
      </pc:sldChg>
      <pc:sldChg chg="addSp delSp modSp add mod ord">
        <pc:chgData name="Tyrion Bao" userId="86a2b12e41226f78" providerId="LiveId" clId="{4891CA31-0AE7-4ECE-B60E-21685528A7C5}" dt="2026-10-18T11:49:09.369" v="3277" actId="478"/>
        <pc:sldMkLst>
          <pc:docMk/>
          <pc:sldMk cId="896328712" sldId="279"/>
        </pc:sldMkLst>
        <pc:spChg chg="mod">
          <ac:chgData name="Tyrion Bao" userId="86a2b12e41226f78" providerId="LiveId" clId="{4891CA31-0AE7-4ECE-B60E-21685528A7C5}" dt="2026-10-18T11:34:22.221" v="3235" actId="20577"/>
          <ac:spMkLst>
            <pc:docMk/>
            <pc:sldMk cId="896328712" sldId="279"/>
            <ac:spMk id="2" creationId="{A4195095-58FE-32B6-9FE1-127BDD5D1F4C}"/>
          </ac:spMkLst>
        </pc:spChg>
        <pc:picChg chg="add del mod">
          <ac:chgData name="Tyrion Bao" userId="86a2b12e41226f78" providerId="LiveId" clId="{4891CA31-0AE7-4ECE-B60E-21685528A7C5}" dt="2026-10-18T11:42:26.214" v="3272" actId="21"/>
          <ac:picMkLst>
            <pc:docMk/>
            <pc:sldMk cId="896328712" sldId="279"/>
            <ac:picMk id="4" creationId="{2DC2A0F6-9A7F-CF24-E5CF-5D1FF63FFDCD}"/>
          </ac:picMkLst>
        </pc:picChg>
        <pc:picChg chg="add del mod">
          <ac:chgData name="Tyrion Bao" userId="86a2b12e41226f78" providerId="LiveId" clId="{4891CA31-0AE7-4ECE-B60E-21685528A7C5}" dt="2026-10-18T11:42:26.214" v="3272" actId="21"/>
          <ac:picMkLst>
            <pc:docMk/>
            <pc:sldMk cId="896328712" sldId="279"/>
            <ac:picMk id="6" creationId="{DD46C5DA-B2DE-906F-191B-F1E7C62BC29C}"/>
          </ac:picMkLst>
        </pc:picChg>
        <pc:picChg chg="add del mod">
          <ac:chgData name="Tyrion Bao" userId="86a2b12e41226f78" providerId="LiveId" clId="{4891CA31-0AE7-4ECE-B60E-21685528A7C5}" dt="2026-10-18T11:49:09.369" v="3277" actId="478"/>
          <ac:picMkLst>
            <pc:docMk/>
            <pc:sldMk cId="896328712" sldId="279"/>
            <ac:picMk id="8" creationId="{8FF7B32D-5ABA-3499-424B-547B85215A3E}"/>
          </ac:picMkLst>
        </pc:picChg>
        <pc:picChg chg="add mod">
          <ac:chgData name="Tyrion Bao" userId="86a2b12e41226f78" providerId="LiveId" clId="{4891CA31-0AE7-4ECE-B60E-21685528A7C5}" dt="2026-10-18T11:46:58.778" v="3275" actId="1076"/>
          <ac:picMkLst>
            <pc:docMk/>
            <pc:sldMk cId="896328712" sldId="279"/>
            <ac:picMk id="10" creationId="{033185FA-F9E2-4BCF-66D5-ABCA83862BEE}"/>
          </ac:picMkLst>
        </pc:picChg>
      </pc:sldChg>
      <pc:sldChg chg="addSp delSp modSp add mod">
        <pc:chgData name="Tyrion Bao" userId="86a2b12e41226f78" providerId="LiveId" clId="{4891CA31-0AE7-4ECE-B60E-21685528A7C5}" dt="2026-10-18T12:04:06.217" v="3308" actId="1076"/>
        <pc:sldMkLst>
          <pc:docMk/>
          <pc:sldMk cId="2794662533" sldId="280"/>
        </pc:sldMkLst>
        <pc:spChg chg="mod">
          <ac:chgData name="Tyrion Bao" userId="86a2b12e41226f78" providerId="LiveId" clId="{4891CA31-0AE7-4ECE-B60E-21685528A7C5}" dt="2026-10-18T12:03:45.428" v="3301"/>
          <ac:spMkLst>
            <pc:docMk/>
            <pc:sldMk cId="2794662533" sldId="280"/>
            <ac:spMk id="2" creationId="{AA55F1DD-2C47-8C0F-7A9D-29900435AD47}"/>
          </ac:spMkLst>
        </pc:spChg>
        <pc:spChg chg="del">
          <ac:chgData name="Tyrion Bao" userId="86a2b12e41226f78" providerId="LiveId" clId="{4891CA31-0AE7-4ECE-B60E-21685528A7C5}" dt="2026-10-18T12:03:48.411" v="3302" actId="478"/>
          <ac:spMkLst>
            <pc:docMk/>
            <pc:sldMk cId="2794662533" sldId="280"/>
            <ac:spMk id="3" creationId="{AC9730A0-3735-03E9-6DD7-EBCD7DDE423E}"/>
          </ac:spMkLst>
        </pc:spChg>
        <pc:picChg chg="add mod">
          <ac:chgData name="Tyrion Bao" userId="86a2b12e41226f78" providerId="LiveId" clId="{4891CA31-0AE7-4ECE-B60E-21685528A7C5}" dt="2026-10-18T12:04:06.217" v="3308" actId="1076"/>
          <ac:picMkLst>
            <pc:docMk/>
            <pc:sldMk cId="2794662533" sldId="280"/>
            <ac:picMk id="5" creationId="{0751F794-D12A-DD6B-F30A-826C6D38D4CD}"/>
          </ac:picMkLst>
        </pc:picChg>
      </pc:sldChg>
      <pc:sldChg chg="add del">
        <pc:chgData name="Tyrion Bao" userId="86a2b12e41226f78" providerId="LiveId" clId="{4891CA31-0AE7-4ECE-B60E-21685528A7C5}" dt="2026-10-18T12:03:50.681" v="3304"/>
        <pc:sldMkLst>
          <pc:docMk/>
          <pc:sldMk cId="818121535" sldId="281"/>
        </pc:sldMkLst>
      </pc:sldChg>
      <pc:sldChg chg="addSp delSp modSp add mod">
        <pc:chgData name="Tyrion Bao" userId="86a2b12e41226f78" providerId="LiveId" clId="{4891CA31-0AE7-4ECE-B60E-21685528A7C5}" dt="2026-10-18T12:08:34.143" v="3319" actId="1076"/>
        <pc:sldMkLst>
          <pc:docMk/>
          <pc:sldMk cId="2353628173" sldId="281"/>
        </pc:sldMkLst>
        <pc:spChg chg="mod">
          <ac:chgData name="Tyrion Bao" userId="86a2b12e41226f78" providerId="LiveId" clId="{4891CA31-0AE7-4ECE-B60E-21685528A7C5}" dt="2026-10-18T12:07:23.619" v="3314"/>
          <ac:spMkLst>
            <pc:docMk/>
            <pc:sldMk cId="2353628173" sldId="281"/>
            <ac:spMk id="2" creationId="{6F823FF9-5B31-BFA3-67F1-0E021A85EFB0}"/>
          </ac:spMkLst>
        </pc:spChg>
        <pc:spChg chg="del">
          <ac:chgData name="Tyrion Bao" userId="86a2b12e41226f78" providerId="LiveId" clId="{4891CA31-0AE7-4ECE-B60E-21685528A7C5}" dt="2026-10-18T12:07:27.507" v="3315" actId="478"/>
          <ac:spMkLst>
            <pc:docMk/>
            <pc:sldMk cId="2353628173" sldId="281"/>
            <ac:spMk id="6" creationId="{3CF79F42-3B60-685D-5AFE-4CA313C74CBB}"/>
          </ac:spMkLst>
        </pc:spChg>
        <pc:spChg chg="del">
          <ac:chgData name="Tyrion Bao" userId="86a2b12e41226f78" providerId="LiveId" clId="{4891CA31-0AE7-4ECE-B60E-21685528A7C5}" dt="2026-10-18T12:07:27.507" v="3315" actId="478"/>
          <ac:spMkLst>
            <pc:docMk/>
            <pc:sldMk cId="2353628173" sldId="281"/>
            <ac:spMk id="8" creationId="{016DEFB1-0396-DC68-34E2-4D98E56EFF63}"/>
          </ac:spMkLst>
        </pc:spChg>
        <pc:spChg chg="del">
          <ac:chgData name="Tyrion Bao" userId="86a2b12e41226f78" providerId="LiveId" clId="{4891CA31-0AE7-4ECE-B60E-21685528A7C5}" dt="2026-10-18T12:07:27.507" v="3315" actId="478"/>
          <ac:spMkLst>
            <pc:docMk/>
            <pc:sldMk cId="2353628173" sldId="281"/>
            <ac:spMk id="12" creationId="{F77BD5BF-4068-BC94-27B8-8F530196945E}"/>
          </ac:spMkLst>
        </pc:spChg>
        <pc:picChg chg="add mod">
          <ac:chgData name="Tyrion Bao" userId="86a2b12e41226f78" providerId="LiveId" clId="{4891CA31-0AE7-4ECE-B60E-21685528A7C5}" dt="2026-10-18T12:08:34.143" v="3319" actId="1076"/>
          <ac:picMkLst>
            <pc:docMk/>
            <pc:sldMk cId="2353628173" sldId="281"/>
            <ac:picMk id="4" creationId="{46ABA277-6348-EAE6-2D45-C340EADE2191}"/>
          </ac:picMkLst>
        </pc:picChg>
        <pc:picChg chg="del">
          <ac:chgData name="Tyrion Bao" userId="86a2b12e41226f78" providerId="LiveId" clId="{4891CA31-0AE7-4ECE-B60E-21685528A7C5}" dt="2026-10-18T12:07:27.507" v="3315" actId="478"/>
          <ac:picMkLst>
            <pc:docMk/>
            <pc:sldMk cId="2353628173" sldId="281"/>
            <ac:picMk id="5" creationId="{390F65F2-0BAE-F85E-374A-6EE5F8FF130E}"/>
          </ac:picMkLst>
        </pc:picChg>
        <pc:picChg chg="del">
          <ac:chgData name="Tyrion Bao" userId="86a2b12e41226f78" providerId="LiveId" clId="{4891CA31-0AE7-4ECE-B60E-21685528A7C5}" dt="2026-10-18T12:07:27.507" v="3315" actId="478"/>
          <ac:picMkLst>
            <pc:docMk/>
            <pc:sldMk cId="2353628173" sldId="281"/>
            <ac:picMk id="10" creationId="{A6946512-EAED-1F22-40C4-7D65BA4AFB2C}"/>
          </ac:picMkLst>
        </pc:picChg>
        <pc:picChg chg="del">
          <ac:chgData name="Tyrion Bao" userId="86a2b12e41226f78" providerId="LiveId" clId="{4891CA31-0AE7-4ECE-B60E-21685528A7C5}" dt="2026-10-18T12:07:27.507" v="3315" actId="478"/>
          <ac:picMkLst>
            <pc:docMk/>
            <pc:sldMk cId="2353628173" sldId="281"/>
            <ac:picMk id="14" creationId="{2045A6AB-D24B-9E47-ADD5-E324E9D04E1D}"/>
          </ac:picMkLst>
        </pc:picChg>
      </pc:sldChg>
      <pc:sldChg chg="add del">
        <pc:chgData name="Tyrion Bao" userId="86a2b12e41226f78" providerId="LiveId" clId="{4891CA31-0AE7-4ECE-B60E-21685528A7C5}" dt="2026-10-18T12:07:18.034" v="3313"/>
        <pc:sldMkLst>
          <pc:docMk/>
          <pc:sldMk cId="409813794" sldId="282"/>
        </pc:sldMkLst>
      </pc:sldChg>
      <pc:sldChg chg="addSp delSp modSp add mod">
        <pc:chgData name="Tyrion Bao" userId="86a2b12e41226f78" providerId="LiveId" clId="{4891CA31-0AE7-4ECE-B60E-21685528A7C5}" dt="2026-10-18T12:45:05.237" v="3514" actId="1076"/>
        <pc:sldMkLst>
          <pc:docMk/>
          <pc:sldMk cId="907010785" sldId="282"/>
        </pc:sldMkLst>
        <pc:spChg chg="mod">
          <ac:chgData name="Tyrion Bao" userId="86a2b12e41226f78" providerId="LiveId" clId="{4891CA31-0AE7-4ECE-B60E-21685528A7C5}" dt="2026-10-18T12:42:59.397" v="3508" actId="20577"/>
          <ac:spMkLst>
            <pc:docMk/>
            <pc:sldMk cId="907010785" sldId="282"/>
            <ac:spMk id="2" creationId="{ADE0E312-20EC-1024-9F8B-F2F325AA9EA3}"/>
          </ac:spMkLst>
        </pc:spChg>
        <pc:picChg chg="add mod">
          <ac:chgData name="Tyrion Bao" userId="86a2b12e41226f78" providerId="LiveId" clId="{4891CA31-0AE7-4ECE-B60E-21685528A7C5}" dt="2026-10-18T12:44:59.460" v="3509" actId="1076"/>
          <ac:picMkLst>
            <pc:docMk/>
            <pc:sldMk cId="907010785" sldId="282"/>
            <ac:picMk id="4" creationId="{5EF57509-4962-22CB-B517-12A29890EBEE}"/>
          </ac:picMkLst>
        </pc:picChg>
        <pc:picChg chg="add mod">
          <ac:chgData name="Tyrion Bao" userId="86a2b12e41226f78" providerId="LiveId" clId="{4891CA31-0AE7-4ECE-B60E-21685528A7C5}" dt="2026-10-18T12:45:05.237" v="3514" actId="1076"/>
          <ac:picMkLst>
            <pc:docMk/>
            <pc:sldMk cId="907010785" sldId="282"/>
            <ac:picMk id="6" creationId="{F1073609-3131-AD3D-E7DA-CA9D46AAAB0B}"/>
          </ac:picMkLst>
        </pc:picChg>
        <pc:picChg chg="del">
          <ac:chgData name="Tyrion Bao" userId="86a2b12e41226f78" providerId="LiveId" clId="{4891CA31-0AE7-4ECE-B60E-21685528A7C5}" dt="2026-10-18T12:32:34.760" v="3446" actId="478"/>
          <ac:picMkLst>
            <pc:docMk/>
            <pc:sldMk cId="907010785" sldId="282"/>
            <ac:picMk id="10" creationId="{3AFBB558-4F12-0F11-1841-8DF19E2A0416}"/>
          </ac:picMkLst>
        </pc:picChg>
      </pc:sldChg>
      <pc:sldChg chg="add del">
        <pc:chgData name="Tyrion Bao" userId="86a2b12e41226f78" providerId="LiveId" clId="{4891CA31-0AE7-4ECE-B60E-21685528A7C5}" dt="2026-10-18T12:07:12.512" v="3311"/>
        <pc:sldMkLst>
          <pc:docMk/>
          <pc:sldMk cId="2021557520" sldId="282"/>
        </pc:sldMkLst>
      </pc:sldChg>
      <pc:sldChg chg="add del">
        <pc:chgData name="Tyrion Bao" userId="86a2b12e41226f78" providerId="LiveId" clId="{4891CA31-0AE7-4ECE-B60E-21685528A7C5}" dt="2026-10-18T12:32:28.288" v="3444"/>
        <pc:sldMkLst>
          <pc:docMk/>
          <pc:sldMk cId="1969094147" sldId="28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C2599-B56F-4716-9BBB-D484E7FFB2C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25EEFE-76E0-49D6-89E2-A4AAFBCE03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9290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25EEFE-76E0-49D6-89E2-A4AAFBCE03C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2681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4F10BB-7931-A5C5-0BFB-62A56F5BF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D95C0B3-3C16-947A-13FC-FE767B273A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DA60CC-DF0F-51D9-1410-946F91507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AD3CC9-5A26-1DA1-3E3C-B2A318326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49AD22-1011-AF95-AE8A-893F8B8C0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4166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9452D7-87DE-0AAD-B608-02DC0C84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000E40-9315-9706-CDED-E7C280D75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125CDD-C6A8-24F1-9BB2-8ED08D660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D56564-B319-8278-332F-F2940E5BC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E12C893-E0B4-4482-98B1-D6A767052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4382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ECFFDC-A691-AB25-C371-C20EED832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C9ECE28-7838-2A3B-2978-29E0A5D698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2D87A-D370-DB80-410E-CB0E1CB7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67C4F2-77D5-4674-5645-B2B5BAA47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68D9876-66B0-0FA9-6959-C26C2047F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3000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26B937-7B70-FA13-A017-5C93ECB44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E32420-C1C2-994E-2423-C750B86ABA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C70542-94D5-E84C-A012-95443A5712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BD2F01-9F51-C542-D15B-E04AC003B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3ECCF00-94BA-E294-E37E-2FE20DEF0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780963-AE8B-B7F3-522D-7907D50A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6525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C64CC5-2D84-36B2-DB5B-113C8EEE6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CF47B66-1BE4-B842-244C-4BA26648D6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45C30F3-805A-83F7-2F3F-3099D4600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F1D6352-FB82-0489-2258-DC8B414C3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9017061-BD3F-4039-BA2F-ECD6C52503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023185F-8CC2-18A5-7825-F09DFD595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FDD7CC1-8495-526A-CD98-A1BCD3DEB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4B8A851-A1F4-1E19-360F-96DC18EBB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075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837A03-AFEF-8344-5F80-A308312C2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C1A0ABD-7F32-D850-C0FC-4475D4C38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074E27-8A86-872A-9815-0D574A2E5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8426F65-5978-3CA4-7ABD-74087C2F4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4362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ED51B7A-463F-630A-A1C9-221B5378C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C24ACF2-1140-F3F4-CDD7-C291F21C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09A664-D665-C83E-4979-78BD34819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9660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2BE4E5-E3E2-09FB-E6A9-E754CD922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5F21FD-3A29-EC06-23C9-C22C617FF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BC4AB5A-51D4-DADC-AE0C-8518C97E26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F19ACE-9DD6-FC13-1FB4-D8855C6E0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E35C0A-9132-EF9B-4A0C-E0B3199A9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6077AA6-BC58-3372-A97B-8ECC042B3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282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41DFB4-2127-9742-761A-E37E73939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21D5D82-3A12-B379-B55F-1E8538F5359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A7647E3-ECAC-51F2-E009-977C06DAB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6F60208-0B6B-AE35-23A8-384487BAE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BF61D1-037F-7FA3-53DA-435581073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9A723A-6B5A-DB42-7B53-D64D8C07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323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6ADCB9-B974-A381-F260-60382F909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649524D-3533-694B-914C-B8E01500AC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C79089-5114-EF9C-50D6-9CFC2D593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84DC67-D913-EBF7-7084-98629CD79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EA4A54-9EBA-540A-9D14-91A212F7C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8695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BA0BC94-BAE6-B74F-8B2D-9C01A933A6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3F40082-117E-6480-AE42-E30A5D266A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2367A2-9E74-8CD1-2717-CE0F9766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0A408E-D8EF-934D-9327-67B8CE36A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A776D6D-F8FB-8CE5-2096-60C772561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0743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02700B3-D4EC-89C5-36B2-D2D5E625B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96BC56-BB5B-D760-9B0E-648F459A98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7BEA5F-0F28-4DE8-B0A6-B06AE8FBE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3C64AF-82C5-8FF4-268F-948E7CE231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06CE05-5103-9ACC-B70F-FF04F2D142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7283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3CDEB5-FA04-8CE4-BB0E-200B4F4793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dirty="0" err="1"/>
              <a:t>WebGPU</a:t>
            </a:r>
            <a:r>
              <a:rPr lang="en-US" altLang="zh-CN" dirty="0"/>
              <a:t>-Renderer</a:t>
            </a:r>
            <a:br>
              <a:rPr lang="en-US" altLang="zh-CN" dirty="0"/>
            </a:br>
            <a:r>
              <a:rPr lang="en-US" altLang="zh-CN" sz="3600" dirty="0"/>
              <a:t>A</a:t>
            </a:r>
            <a:r>
              <a:rPr lang="en-US" altLang="zh-CN" dirty="0"/>
              <a:t> </a:t>
            </a:r>
            <a:r>
              <a:rPr lang="en-US" altLang="zh-CN" sz="3600" dirty="0"/>
              <a:t>Data-driven </a:t>
            </a:r>
            <a:r>
              <a:rPr lang="en-US" altLang="zh-CN" sz="3600" dirty="0" err="1"/>
              <a:t>gltf</a:t>
            </a:r>
            <a:r>
              <a:rPr lang="en-US" altLang="zh-CN" sz="3600" dirty="0"/>
              <a:t> renderer with enhanced ability</a:t>
            </a:r>
            <a:br>
              <a:rPr lang="en-US" altLang="zh-CN" dirty="0"/>
            </a:br>
            <a:r>
              <a:rPr lang="en-US" altLang="zh-CN" dirty="0"/>
              <a:t>Car rendering case study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7663B2F-E293-159D-8671-424CE59DD0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20449"/>
            <a:ext cx="9144000" cy="544047"/>
          </a:xfrm>
        </p:spPr>
        <p:txBody>
          <a:bodyPr>
            <a:normAutofit/>
          </a:bodyPr>
          <a:lstStyle/>
          <a:p>
            <a:r>
              <a:rPr lang="en-US" altLang="zh-CN" dirty="0"/>
              <a:t>Tyrion Bao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12720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21A7F-E611-6403-5DD1-39BC13FF7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Showcase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F254BE-7A07-9156-F598-AEAADA640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0488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52CD5E-0479-C15D-685C-53C96A9A2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247"/>
            <a:ext cx="10515600" cy="1325563"/>
          </a:xfrm>
        </p:spPr>
        <p:txBody>
          <a:bodyPr/>
          <a:lstStyle/>
          <a:p>
            <a:r>
              <a:rPr lang="en-US" altLang="zh-CN" dirty="0"/>
              <a:t>Visual analysis – plant animation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1B64DD8-E036-628D-36EA-25272E6644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828534"/>
            <a:ext cx="6315121" cy="2943247"/>
          </a:xfrm>
          <a:prstGeom prst="rect">
            <a:avLst/>
          </a:prstGeom>
        </p:spPr>
      </p:pic>
      <p:sp>
        <p:nvSpPr>
          <p:cNvPr id="10" name="标题 1">
            <a:extLst>
              <a:ext uri="{FF2B5EF4-FFF2-40B4-BE49-F238E27FC236}">
                <a16:creationId xmlns:a16="http://schemas.microsoft.com/office/drawing/2014/main" id="{63364981-20CC-598C-717F-99096FB5CF8F}"/>
              </a:ext>
            </a:extLst>
          </p:cNvPr>
          <p:cNvSpPr txBox="1">
            <a:spLocks/>
          </p:cNvSpPr>
          <p:nvPr/>
        </p:nvSpPr>
        <p:spPr>
          <a:xfrm>
            <a:off x="838200" y="137229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Hierarchical GPU Vertex Shader Wind</a:t>
            </a:r>
            <a:r>
              <a:rPr lang="en-US" dirty="0"/>
              <a:t> </a:t>
            </a:r>
          </a:p>
          <a:p>
            <a:r>
              <a:rPr lang="en-US" sz="3200" dirty="0"/>
              <a:t>using encoded vertex attributes</a:t>
            </a:r>
            <a:endParaRPr lang="en-US" altLang="zh-CN" sz="3200" dirty="0"/>
          </a:p>
        </p:txBody>
      </p:sp>
    </p:spTree>
    <p:extLst>
      <p:ext uri="{BB962C8B-B14F-4D97-AF65-F5344CB8AC3E}">
        <p14:creationId xmlns:p14="http://schemas.microsoft.com/office/powerpoint/2010/main" val="1949254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67C6D-4834-19BE-E31F-089210F4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57BD1C-E5F7-6F26-E954-00CF9CF42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247"/>
            <a:ext cx="10515600" cy="2576857"/>
          </a:xfrm>
        </p:spPr>
        <p:txBody>
          <a:bodyPr>
            <a:normAutofit/>
          </a:bodyPr>
          <a:lstStyle/>
          <a:p>
            <a:r>
              <a:rPr lang="en-US" altLang="zh-CN" dirty="0"/>
              <a:t>Visual analysis – plant scatter</a:t>
            </a:r>
            <a:br>
              <a:rPr lang="en-US" altLang="zh-CN" dirty="0"/>
            </a:br>
            <a:r>
              <a:rPr lang="en-US" b="1" dirty="0"/>
              <a:t>Ecotone Gradient Scatterer with Variable-Radius Poisson Disk Sampling and Noise-Modulated Density</a:t>
            </a:r>
            <a:endParaRPr lang="en-US" altLang="zh-CN" dirty="0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00CA7FDA-540C-FF9F-33E7-85A3A94C9AF8}"/>
              </a:ext>
            </a:extLst>
          </p:cNvPr>
          <p:cNvSpPr txBox="1">
            <a:spLocks/>
          </p:cNvSpPr>
          <p:nvPr/>
        </p:nvSpPr>
        <p:spPr>
          <a:xfrm>
            <a:off x="838200" y="137229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3F0947-F892-DC4A-8D0E-71F730513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1816" y="2175607"/>
            <a:ext cx="5210926" cy="30985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2F36BE0-A1C9-EE2E-025D-785BC9ACC3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52" y="2978686"/>
            <a:ext cx="5272317" cy="28885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21BCA4C-84CA-CA87-BFC2-7C97A25D7E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817" y="5274189"/>
            <a:ext cx="3948654" cy="1486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727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F2B23-A668-89F8-E563-C5C02D613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E2114C-741A-544B-6F85-EB2F790F1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altLang="zh-CN" dirty="0"/>
              <a:t>Performance analysis - Plant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19AD4AA-A236-D115-96E6-B2F9ED260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335" y="1547329"/>
            <a:ext cx="4881769" cy="460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CN" dirty="0"/>
              <a:t>Foliage Card optimization 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0C8902-F7D5-5D1D-AB5F-5F52C363D3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412" y="2137884"/>
            <a:ext cx="4959871" cy="2016887"/>
          </a:xfrm>
          <a:prstGeom prst="rect">
            <a:avLst/>
          </a:prstGeom>
        </p:spPr>
      </p:pic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95DD8A95-94AF-0BF2-ADA4-498CD2578109}"/>
              </a:ext>
            </a:extLst>
          </p:cNvPr>
          <p:cNvSpPr txBox="1">
            <a:spLocks/>
          </p:cNvSpPr>
          <p:nvPr/>
        </p:nvSpPr>
        <p:spPr>
          <a:xfrm>
            <a:off x="382412" y="4285987"/>
            <a:ext cx="4881769" cy="460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Screen-Size-Based</a:t>
            </a:r>
            <a:r>
              <a:rPr lang="en-US" b="1" dirty="0"/>
              <a:t> </a:t>
            </a:r>
            <a:r>
              <a:rPr lang="en-US" altLang="zh-CN" dirty="0"/>
              <a:t>LOD selection</a:t>
            </a:r>
          </a:p>
        </p:txBody>
      </p:sp>
      <p:sp>
        <p:nvSpPr>
          <p:cNvPr id="11" name="内容占位符 2">
            <a:extLst>
              <a:ext uri="{FF2B5EF4-FFF2-40B4-BE49-F238E27FC236}">
                <a16:creationId xmlns:a16="http://schemas.microsoft.com/office/drawing/2014/main" id="{7385F1EA-A542-3CF4-3490-CB75144606FE}"/>
              </a:ext>
            </a:extLst>
          </p:cNvPr>
          <p:cNvSpPr txBox="1">
            <a:spLocks/>
          </p:cNvSpPr>
          <p:nvPr/>
        </p:nvSpPr>
        <p:spPr>
          <a:xfrm>
            <a:off x="5567570" y="1533456"/>
            <a:ext cx="4881769" cy="460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4D88FF5-D639-D542-A7FB-D976FD4759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412" y="4746362"/>
            <a:ext cx="3395870" cy="1843710"/>
          </a:xfrm>
          <a:prstGeom prst="rect">
            <a:avLst/>
          </a:prstGeom>
        </p:spPr>
      </p:pic>
      <p:sp>
        <p:nvSpPr>
          <p:cNvPr id="16" name="内容占位符 2">
            <a:extLst>
              <a:ext uri="{FF2B5EF4-FFF2-40B4-BE49-F238E27FC236}">
                <a16:creationId xmlns:a16="http://schemas.microsoft.com/office/drawing/2014/main" id="{39559C9E-5E24-3455-298C-A4023740F75B}"/>
              </a:ext>
            </a:extLst>
          </p:cNvPr>
          <p:cNvSpPr txBox="1">
            <a:spLocks/>
          </p:cNvSpPr>
          <p:nvPr/>
        </p:nvSpPr>
        <p:spPr>
          <a:xfrm>
            <a:off x="5567571" y="1547329"/>
            <a:ext cx="3531704" cy="510071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600" dirty="0"/>
              <a:t>Model LOD preprocessing</a:t>
            </a:r>
          </a:p>
          <a:p>
            <a:pPr marL="0" indent="0">
              <a:buNone/>
            </a:pPr>
            <a:endParaRPr lang="en-US" altLang="zh-CN" dirty="0"/>
          </a:p>
        </p:txBody>
      </p:sp>
      <p:sp>
        <p:nvSpPr>
          <p:cNvPr id="18" name="内容占位符 2">
            <a:extLst>
              <a:ext uri="{FF2B5EF4-FFF2-40B4-BE49-F238E27FC236}">
                <a16:creationId xmlns:a16="http://schemas.microsoft.com/office/drawing/2014/main" id="{A5429B54-E4D7-4ABD-D755-C303090F161D}"/>
              </a:ext>
            </a:extLst>
          </p:cNvPr>
          <p:cNvSpPr txBox="1">
            <a:spLocks/>
          </p:cNvSpPr>
          <p:nvPr/>
        </p:nvSpPr>
        <p:spPr>
          <a:xfrm>
            <a:off x="5567570" y="1993831"/>
            <a:ext cx="6242018" cy="1798845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LOD-1- original</a:t>
            </a:r>
            <a:endParaRPr lang="en-US" sz="8800" dirty="0"/>
          </a:p>
          <a:p>
            <a:r>
              <a:rPr lang="en-US" dirty="0"/>
              <a:t>LOD0 -Material consolidation</a:t>
            </a:r>
            <a:endParaRPr lang="en-US" sz="8800" dirty="0"/>
          </a:p>
          <a:p>
            <a:r>
              <a:rPr lang="en-US" dirty="0"/>
              <a:t>LOD1 - trunk decimate modifier+ Leaf card reduction + Scale for silhouette compensation</a:t>
            </a:r>
            <a:endParaRPr lang="en-US" sz="8800" dirty="0"/>
          </a:p>
          <a:p>
            <a:r>
              <a:rPr lang="en-US" dirty="0"/>
              <a:t>LOD2 -LOD1 with higher intensity</a:t>
            </a:r>
            <a:endParaRPr lang="en-US" sz="8800" dirty="0"/>
          </a:p>
          <a:p>
            <a:r>
              <a:rPr lang="en-US" dirty="0"/>
              <a:t>LOD3 –Crossing billboard imposter</a:t>
            </a:r>
            <a:endParaRPr lang="en-US" sz="8800" dirty="0"/>
          </a:p>
          <a:p>
            <a:pPr marL="0" indent="0">
              <a:buNone/>
            </a:pPr>
            <a:endParaRPr lang="en-US" sz="8600" dirty="0"/>
          </a:p>
          <a:p>
            <a:pPr marL="0" indent="0">
              <a:buNone/>
            </a:pPr>
            <a:endParaRPr lang="en-US" altLang="zh-CN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D05E34A-723E-FADB-4FB0-EBC9CBFA4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9468" y="3792676"/>
            <a:ext cx="1928185" cy="882010"/>
          </a:xfrm>
          <a:prstGeom prst="rect">
            <a:avLst/>
          </a:prstGeom>
        </p:spPr>
      </p:pic>
      <p:sp>
        <p:nvSpPr>
          <p:cNvPr id="22" name="内容占位符 2">
            <a:extLst>
              <a:ext uri="{FF2B5EF4-FFF2-40B4-BE49-F238E27FC236}">
                <a16:creationId xmlns:a16="http://schemas.microsoft.com/office/drawing/2014/main" id="{9E8541F7-321F-8AC6-847E-F35247FFA7CB}"/>
              </a:ext>
            </a:extLst>
          </p:cNvPr>
          <p:cNvSpPr txBox="1">
            <a:spLocks/>
          </p:cNvSpPr>
          <p:nvPr/>
        </p:nvSpPr>
        <p:spPr>
          <a:xfrm>
            <a:off x="5342283" y="4865342"/>
            <a:ext cx="3531704" cy="510071"/>
          </a:xfrm>
          <a:prstGeom prst="rect">
            <a:avLst/>
          </a:prstGeom>
        </p:spPr>
        <p:txBody>
          <a:bodyPr vert="horz" lIns="91440" tIns="45720" rIns="91440" bIns="45720" rtlCol="0">
            <a:normAutofit fontScale="4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600" dirty="0"/>
              <a:t>FURTHER PLAN:</a:t>
            </a:r>
          </a:p>
          <a:p>
            <a:pPr marL="0" indent="0">
              <a:buNone/>
            </a:pPr>
            <a:endParaRPr lang="en-US" sz="8600" dirty="0"/>
          </a:p>
          <a:p>
            <a:pPr marL="0" indent="0">
              <a:buNone/>
            </a:pPr>
            <a:endParaRPr lang="en-US" altLang="zh-CN" dirty="0"/>
          </a:p>
        </p:txBody>
      </p:sp>
      <p:sp>
        <p:nvSpPr>
          <p:cNvPr id="24" name="内容占位符 2">
            <a:extLst>
              <a:ext uri="{FF2B5EF4-FFF2-40B4-BE49-F238E27FC236}">
                <a16:creationId xmlns:a16="http://schemas.microsoft.com/office/drawing/2014/main" id="{AA80C8C9-13B2-2C87-1E0E-6AFF692CFAF3}"/>
              </a:ext>
            </a:extLst>
          </p:cNvPr>
          <p:cNvSpPr txBox="1">
            <a:spLocks/>
          </p:cNvSpPr>
          <p:nvPr/>
        </p:nvSpPr>
        <p:spPr>
          <a:xfrm>
            <a:off x="5342282" y="5385257"/>
            <a:ext cx="5560944" cy="1107618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200" dirty="0"/>
              <a:t>card bounding hulls to eliminate transparent pixel waste, hardware instanced rendering, spherical canopy normal transfers for soft lighting, dithered screen-door LOD cross-fading, octahedral impostors, and vertex/texture memory quantization.</a:t>
            </a:r>
          </a:p>
          <a:p>
            <a:pPr marL="0" indent="0">
              <a:buNone/>
            </a:pPr>
            <a:endParaRPr lang="en-US" sz="8600" dirty="0"/>
          </a:p>
          <a:p>
            <a:pPr marL="0" indent="0">
              <a:buNone/>
            </a:pPr>
            <a:endParaRPr lang="en-US" altLang="zh-CN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2BA4C4A-3318-92FB-A6AC-8C9578BC9D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9468" y="4669353"/>
            <a:ext cx="3030948" cy="210732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AA5E4C8-CCD6-984E-AA74-D5985DD7A5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0416" y="4669353"/>
            <a:ext cx="3012388" cy="210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202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665380-229C-8A34-832A-ED2E12BF4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Technologies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DD36FB-14EB-E63C-DB13-5B0DFEF0AE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6041"/>
            <a:ext cx="10515600" cy="3563585"/>
          </a:xfrm>
        </p:spPr>
        <p:txBody>
          <a:bodyPr>
            <a:normAutofit fontScale="70000" lnSpcReduction="20000"/>
          </a:bodyPr>
          <a:lstStyle/>
          <a:p>
            <a:r>
              <a:rPr lang="en-US" altLang="zh-CN" dirty="0"/>
              <a:t>Renderer architecture</a:t>
            </a:r>
          </a:p>
          <a:p>
            <a:r>
              <a:rPr lang="en-US" altLang="zh-CN" dirty="0"/>
              <a:t>Forward rendering material</a:t>
            </a:r>
          </a:p>
          <a:p>
            <a:r>
              <a:rPr lang="en-US" altLang="zh-CN" dirty="0"/>
              <a:t>MCP for blender</a:t>
            </a:r>
          </a:p>
          <a:p>
            <a:r>
              <a:rPr lang="en-US" altLang="zh-CN" dirty="0"/>
              <a:t>GLTF/GLB file extension</a:t>
            </a:r>
          </a:p>
          <a:p>
            <a:r>
              <a:rPr lang="en-US" altLang="zh-CN" dirty="0"/>
              <a:t>Android OS/ ADB debugging/ APK file extension/ Cross compiling</a:t>
            </a:r>
          </a:p>
          <a:p>
            <a:r>
              <a:rPr lang="en-US" altLang="zh-CN" dirty="0"/>
              <a:t>Rust</a:t>
            </a:r>
          </a:p>
          <a:p>
            <a:r>
              <a:rPr lang="en-US" altLang="zh-CN" dirty="0"/>
              <a:t>LLVM cross compilation</a:t>
            </a:r>
          </a:p>
          <a:p>
            <a:r>
              <a:rPr lang="en-US" altLang="zh-CN" dirty="0"/>
              <a:t>Lua</a:t>
            </a:r>
          </a:p>
          <a:p>
            <a:r>
              <a:rPr lang="en-US" altLang="ja-JP" dirty="0"/>
              <a:t>WSGL</a:t>
            </a:r>
            <a:endParaRPr lang="en-US" altLang="zh-CN" dirty="0"/>
          </a:p>
          <a:p>
            <a:r>
              <a:rPr lang="en-US" altLang="zh-CN" dirty="0" err="1"/>
              <a:t>Botaniq</a:t>
            </a:r>
            <a:r>
              <a:rPr lang="en-US" altLang="zh-CN" dirty="0"/>
              <a:t> blender plugin for plant resources</a:t>
            </a:r>
          </a:p>
          <a:p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76C5F6CF-1048-44CE-5671-5D14C8C22D4E}"/>
              </a:ext>
            </a:extLst>
          </p:cNvPr>
          <p:cNvSpPr txBox="1">
            <a:spLocks/>
          </p:cNvSpPr>
          <p:nvPr/>
        </p:nvSpPr>
        <p:spPr>
          <a:xfrm>
            <a:off x="1126435" y="4146412"/>
            <a:ext cx="4842013" cy="27960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43744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D8C21-413E-CC40-85B3-957635E60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195095-58FE-32B6-9FE1-127BDD5D1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Renderer architecture</a:t>
            </a:r>
            <a:endParaRPr lang="zh-CN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33185FA-F9E2-4BCF-66D5-ABCA83862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07527"/>
            <a:ext cx="5821874" cy="467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328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A09BD-56C6-A49D-A97A-9B4F3363D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E0E312-20EC-1024-9F8B-F2F325AA9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(Render graph deep dive)</a:t>
            </a:r>
            <a:br>
              <a:rPr lang="en-US" dirty="0"/>
            </a:br>
            <a:r>
              <a:rPr lang="en-US" dirty="0"/>
              <a:t>Rasterization forward rendering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F57509-4962-22CB-B517-12A29890E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530" y="1770410"/>
            <a:ext cx="6301432" cy="48268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1073609-3131-AD3D-E7DA-CA9D46AAAB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7962" y="1886088"/>
            <a:ext cx="4419520" cy="460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0107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292A7-A398-8E9B-1662-A912A1000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7AE7C9-8F03-CDB0-D027-363093275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MCP for Blender</a:t>
            </a:r>
            <a:endParaRPr lang="zh-CN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623197-5A4C-2FF6-5850-E1A8517A2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20" y="1201324"/>
            <a:ext cx="5633580" cy="50379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8EEFE3E-A182-F32B-2720-1B55C6E989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6694" y="1201324"/>
            <a:ext cx="3867648" cy="281408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B3A017-B718-300C-41CD-D9CCEF9CF1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6694" y="4015409"/>
            <a:ext cx="5813342" cy="1958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8164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B5C94-CC69-5322-F19F-AB5D61AC1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49A65D-BCA9-EBDD-F495-8AA66AF28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GLTF/GLB extension</a:t>
            </a:r>
            <a:endParaRPr lang="zh-CN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9434F6-E4A4-20BD-E2F4-BAA18285E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652" y="1496341"/>
            <a:ext cx="4495833" cy="4252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172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660F6-F363-FD77-5D1E-98DC0379C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8AD7D4-E292-EA64-F0D4-B2512616F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Android OS</a:t>
            </a:r>
            <a:endParaRPr lang="zh-CN" alt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4E06CE-0939-4DF2-6B68-B454ACB65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519" y="1322940"/>
            <a:ext cx="5182962" cy="5310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1050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D5280-1749-F1FA-0BC5-2C8BD2A4A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002FF2-AF5A-903C-D99B-8A9305C2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Rust</a:t>
            </a:r>
            <a:endParaRPr lang="zh-CN" altLang="en-US" dirty="0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6ECAF042-B89F-8AD2-75E4-2EDCFDD72604}"/>
              </a:ext>
            </a:extLst>
          </p:cNvPr>
          <p:cNvSpPr txBox="1">
            <a:spLocks/>
          </p:cNvSpPr>
          <p:nvPr/>
        </p:nvSpPr>
        <p:spPr>
          <a:xfrm>
            <a:off x="838200" y="1441863"/>
            <a:ext cx="992587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dirty="0"/>
              <a:t>Rust is a “evolved” version of </a:t>
            </a:r>
            <a:r>
              <a:rPr lang="en-US" altLang="zh-CN" sz="2000" dirty="0" err="1"/>
              <a:t>cpp</a:t>
            </a:r>
            <a:r>
              <a:rPr lang="en-US" altLang="zh-CN" sz="2000" dirty="0"/>
              <a:t> which enables memory efficiency by avoiding GC and safety through compilation safety rules.</a:t>
            </a:r>
          </a:p>
          <a:p>
            <a:endParaRPr lang="en-US" altLang="zh-CN" sz="2000" dirty="0"/>
          </a:p>
          <a:p>
            <a:r>
              <a:rPr lang="en-US" altLang="zh-CN" sz="2000" dirty="0"/>
              <a:t>The language is harder to write and compile compared to CPP due to the additional syntax rules but much easier to maintain later than </a:t>
            </a:r>
            <a:r>
              <a:rPr lang="en-US" altLang="zh-CN" sz="2000" dirty="0" err="1"/>
              <a:t>cpp</a:t>
            </a:r>
            <a:r>
              <a:rPr lang="en-US" altLang="zh-CN" sz="20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844087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C8030-6D03-0ED0-F85A-A8B589188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55F1DD-2C47-8C0F-7A9D-29900435A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WGSL</a:t>
            </a:r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51F794-D12A-DD6B-F30A-826C6D38D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8503" y="1595230"/>
            <a:ext cx="6036099" cy="4557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662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D0058-C017-1FFF-DDCB-E7339287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407083-81C4-31BA-4CB0-D1C15AB03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LLVM cross compilation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标题 1">
                <a:extLst>
                  <a:ext uri="{FF2B5EF4-FFF2-40B4-BE49-F238E27FC236}">
                    <a16:creationId xmlns:a16="http://schemas.microsoft.com/office/drawing/2014/main" id="{AA10B8B8-C33D-6F91-F646-48B97964D2A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97835" y="1302716"/>
                <a:ext cx="10515600" cy="132556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CN" sz="1700" dirty="0"/>
                  <a:t>LLVM works on a lot of different languages by using the LLVM IR as the bridge between the target platform code and the source code.</a:t>
                </a:r>
              </a:p>
              <a:p>
                <a:r>
                  <a:rPr lang="en-US" sz="1700" dirty="0"/>
                  <a:t>Decoupled Architecture: This reduces the implementation complexity from an </a:t>
                </a:r>
                <a14:m>
                  <m:oMath xmlns:m="http://schemas.openxmlformats.org/officeDocument/2006/math">
                    <m:r>
                      <a:rPr lang="en-US" sz="170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700" dirty="0"/>
                  <a:t> (for </a:t>
                </a:r>
                <a14:m>
                  <m:oMath xmlns:m="http://schemas.openxmlformats.org/officeDocument/2006/math">
                    <m:r>
                      <a:rPr lang="en-US" sz="170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700" dirty="0"/>
                  <a:t> languages and </a:t>
                </a:r>
                <a14:m>
                  <m:oMath xmlns:m="http://schemas.openxmlformats.org/officeDocument/2006/math">
                    <m:r>
                      <a:rPr lang="en-US" sz="170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700" dirty="0"/>
                  <a:t> hardware architectures) down to </a:t>
                </a:r>
                <a14:m>
                  <m:oMath xmlns:m="http://schemas.openxmlformats.org/officeDocument/2006/math">
                    <m:r>
                      <a:rPr lang="en-US" sz="170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700" dirty="0"/>
                  <a:t>.</a:t>
                </a:r>
                <a:endParaRPr lang="zh-CN" altLang="en-US" sz="1700" dirty="0"/>
              </a:p>
            </p:txBody>
          </p:sp>
        </mc:Choice>
        <mc:Fallback xmlns="">
          <p:sp>
            <p:nvSpPr>
              <p:cNvPr id="3" name="标题 1">
                <a:extLst>
                  <a:ext uri="{FF2B5EF4-FFF2-40B4-BE49-F238E27FC236}">
                    <a16:creationId xmlns:a16="http://schemas.microsoft.com/office/drawing/2014/main" id="{AA10B8B8-C33D-6F91-F646-48B97964D2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835" y="1302716"/>
                <a:ext cx="10515600" cy="1325563"/>
              </a:xfrm>
              <a:prstGeom prst="rect">
                <a:avLst/>
              </a:prstGeom>
              <a:blipFill>
                <a:blip r:embed="rId2"/>
                <a:stretch>
                  <a:fillRect l="-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7A61C781-B360-8985-2E21-98194529AF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835" y="2628279"/>
            <a:ext cx="5642113" cy="2992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4355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A6928-CF3D-FF99-693C-8F20AB78B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4326-4D9A-8D51-AE9E-8AA1218E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Lua</a:t>
            </a:r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7C9849-161A-8558-A227-89C7A6334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892" y="2077357"/>
            <a:ext cx="1782332" cy="1351643"/>
          </a:xfrm>
          <a:prstGeom prst="rect">
            <a:avLst/>
          </a:prstGeom>
        </p:spPr>
      </p:pic>
      <p:sp>
        <p:nvSpPr>
          <p:cNvPr id="6" name="标题 1">
            <a:extLst>
              <a:ext uri="{FF2B5EF4-FFF2-40B4-BE49-F238E27FC236}">
                <a16:creationId xmlns:a16="http://schemas.microsoft.com/office/drawing/2014/main" id="{F375FFB0-D2E0-691A-615B-29016704596C}"/>
              </a:ext>
            </a:extLst>
          </p:cNvPr>
          <p:cNvSpPr txBox="1">
            <a:spLocks/>
          </p:cNvSpPr>
          <p:nvPr/>
        </p:nvSpPr>
        <p:spPr>
          <a:xfrm>
            <a:off x="617883" y="1571248"/>
            <a:ext cx="10903225" cy="6153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 dirty="0"/>
              <a:t>Superficially</a:t>
            </a:r>
            <a:r>
              <a:rPr lang="en-US" altLang="zh-CN" sz="1600" dirty="0"/>
              <a:t>, it’s very similar to python</a:t>
            </a:r>
            <a:r>
              <a:rPr lang="en-US" sz="1600" dirty="0"/>
              <a:t>—both are dynamic, garbage-collected, interpreted-bytecode scripting languages written in C with first-class functions.</a:t>
            </a:r>
            <a:endParaRPr lang="en-US" altLang="zh-CN" sz="1600" dirty="0"/>
          </a:p>
          <a:p>
            <a:endParaRPr lang="zh-CN" altLang="en-US" sz="1600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2AA8150B-0256-D5D3-5B9C-68DEEEDD1A8E}"/>
              </a:ext>
            </a:extLst>
          </p:cNvPr>
          <p:cNvSpPr txBox="1">
            <a:spLocks/>
          </p:cNvSpPr>
          <p:nvPr/>
        </p:nvSpPr>
        <p:spPr>
          <a:xfrm>
            <a:off x="617883" y="3518452"/>
            <a:ext cx="10515600" cy="9322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 dirty="0"/>
              <a:t>Architecturally and philosophically, they are near-opposites: Python is a standalone, "batteries-included" monolith built around rich object-oriented abstractions and an enormous standard library,</a:t>
            </a:r>
          </a:p>
          <a:p>
            <a:r>
              <a:rPr lang="en-US" sz="1600" dirty="0"/>
              <a:t>while Lua is an ultra-minimal, embeddable configuration-and-scripting library with only one data structure and no native class mechanism.</a:t>
            </a:r>
            <a:endParaRPr lang="zh-CN" altLang="en-US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A35EAAF-71D6-C023-4377-6432FA0B1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892" y="4450689"/>
            <a:ext cx="2339757" cy="1896217"/>
          </a:xfrm>
          <a:prstGeom prst="rect">
            <a:avLst/>
          </a:prstGeom>
        </p:spPr>
      </p:pic>
      <p:sp>
        <p:nvSpPr>
          <p:cNvPr id="12" name="标题 1">
            <a:extLst>
              <a:ext uri="{FF2B5EF4-FFF2-40B4-BE49-F238E27FC236}">
                <a16:creationId xmlns:a16="http://schemas.microsoft.com/office/drawing/2014/main" id="{6F56AB57-5190-5281-6FF6-0793A2FB3C8E}"/>
              </a:ext>
            </a:extLst>
          </p:cNvPr>
          <p:cNvSpPr txBox="1">
            <a:spLocks/>
          </p:cNvSpPr>
          <p:nvPr/>
        </p:nvSpPr>
        <p:spPr>
          <a:xfrm>
            <a:off x="3063658" y="4282108"/>
            <a:ext cx="6660984" cy="9322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600" dirty="0"/>
              <a:t>The only data structure in Lua is table which combines array and hash table</a:t>
            </a:r>
            <a:endParaRPr lang="zh-CN" altLang="en-US" sz="16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CD1ED-CDA1-8DFE-AFC3-427B5AD06B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2363" y="4916996"/>
            <a:ext cx="1570820" cy="1390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3590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759D2-A57F-6304-E947-1AB4FC383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823FF9-5B31-BFA3-67F1-0E021A85E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Botaniq</a:t>
            </a:r>
            <a:endParaRPr lang="zh-CN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ABA277-6348-EAE6-2D45-C340EADE2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173" y="1406387"/>
            <a:ext cx="9176836" cy="5018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6281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31EA1C-1B4C-8E94-51C2-D8E2E0462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 the end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4FF2B-5D3B-E95E-834D-1B30DB2A2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7877"/>
            <a:ext cx="10515600" cy="4351338"/>
          </a:xfrm>
        </p:spPr>
        <p:txBody>
          <a:bodyPr/>
          <a:lstStyle/>
          <a:p>
            <a:r>
              <a:rPr lang="en-US" altLang="zh-CN" dirty="0"/>
              <a:t>About my personal career plan</a:t>
            </a:r>
          </a:p>
          <a:p>
            <a:endParaRPr lang="en-US" altLang="zh-C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329CC2-F2B7-4775-973E-D76E25BD7C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61" y="2094489"/>
            <a:ext cx="4746247" cy="29694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25E9FA-5154-3C1C-F824-A852ACC92A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4447" y="2564294"/>
            <a:ext cx="3229810" cy="2224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1944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3A2EF7-200C-22DA-3C40-B6F90972A1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Thanks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FCD6C58-D537-7B4D-F070-8B16911322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962528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11843</TotalTime>
  <Words>396</Words>
  <Application>Microsoft Office PowerPoint</Application>
  <PresentationFormat>Widescreen</PresentationFormat>
  <Paragraphs>54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等线</vt:lpstr>
      <vt:lpstr>等线 Light</vt:lpstr>
      <vt:lpstr>Arial</vt:lpstr>
      <vt:lpstr>Calibri</vt:lpstr>
      <vt:lpstr>Cambria Math</vt:lpstr>
      <vt:lpstr>Office 主题​​</vt:lpstr>
      <vt:lpstr>WebGPU-Renderer A Data-driven gltf renderer with enhanced ability Car rendering case study</vt:lpstr>
      <vt:lpstr>Showcase</vt:lpstr>
      <vt:lpstr>Visual analysis – plant animation</vt:lpstr>
      <vt:lpstr>Visual analysis – plant scatter Ecotone Gradient Scatterer with Variable-Radius Poisson Disk Sampling and Noise-Modulated Density</vt:lpstr>
      <vt:lpstr>Performance analysis - Plant</vt:lpstr>
      <vt:lpstr>Technologies</vt:lpstr>
      <vt:lpstr>Renderer architecture</vt:lpstr>
      <vt:lpstr>(Render graph deep dive) Rasterization forward rendering</vt:lpstr>
      <vt:lpstr>MCP for Blender</vt:lpstr>
      <vt:lpstr>GLTF/GLB extension</vt:lpstr>
      <vt:lpstr>Android OS</vt:lpstr>
      <vt:lpstr>Rust</vt:lpstr>
      <vt:lpstr>WGSL</vt:lpstr>
      <vt:lpstr>LLVM cross compilation</vt:lpstr>
      <vt:lpstr>Lua</vt:lpstr>
      <vt:lpstr>Botaniq</vt:lpstr>
      <vt:lpstr>In the end</vt:lpstr>
      <vt:lpstr>Thanks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Tyrion Bao</dc:creator>
  <cp:lastModifiedBy>Tyrion Bao</cp:lastModifiedBy>
  <cp:revision>1</cp:revision>
  <dcterms:created xsi:type="dcterms:W3CDTF">2026-10-02T07:39:55Z</dcterms:created>
  <dcterms:modified xsi:type="dcterms:W3CDTF">2026-10-18T12:47:55Z</dcterms:modified>
</cp:coreProperties>
</file>