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0" r:id="rId3"/>
    <p:sldId id="257" r:id="rId4"/>
    <p:sldId id="261" r:id="rId5"/>
    <p:sldId id="263" r:id="rId6"/>
    <p:sldId id="274" r:id="rId7"/>
    <p:sldId id="268" r:id="rId8"/>
    <p:sldId id="266" r:id="rId9"/>
    <p:sldId id="262" r:id="rId10"/>
    <p:sldId id="271" r:id="rId11"/>
    <p:sldId id="272" r:id="rId12"/>
    <p:sldId id="273" r:id="rId13"/>
    <p:sldId id="259" r:id="rId14"/>
    <p:sldId id="265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61803-590C-4BF4-8418-3A596B2AE982}" v="35" dt="2026-10-13T12:11:19.9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9T10:41:21.447" v="3816"/>
      <pc:docMkLst>
        <pc:docMk/>
      </pc:docMkLst>
      <pc:sldChg chg="modSp new mod">
        <pc:chgData name="Tyrion Bao" userId="86a2b12e41226f78" providerId="LiveId" clId="{BE0B2CE4-1428-496C-ACE6-ADB1F60287EC}" dt="2026-10-09T10:20:50.348" v="2886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9T10:20:50.348" v="2886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9T10:18:23.916" v="2883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mod">
          <ac:chgData name="Tyrion Bao" userId="86a2b12e41226f78" providerId="LiveId" clId="{BE0B2CE4-1428-496C-ACE6-ADB1F60287EC}" dt="2026-10-09T10:18:23.916" v="2883" actId="1076"/>
          <ac:picMkLst>
            <pc:docMk/>
            <pc:sldMk cId="1637792322" sldId="257"/>
            <ac:picMk id="5" creationId="{8923175F-3781-1CBD-86B8-235251AAD9CB}"/>
          </ac:picMkLst>
        </pc:pic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9T10:41:05.777" v="3812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9T10:41:05.777" v="3812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9T10:38:09.430" v="3739" actId="1076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9T10:37:06.360" v="3645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9T10:38:09.430" v="3739" actId="1076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9T10:40:24.247" v="3745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9T10:40:24.247" v="3745"/>
          <ac:spMkLst>
            <pc:docMk/>
            <pc:sldMk cId="1949254824" sldId="263"/>
            <ac:spMk id="2" creationId="{9C52CD5E-0479-C15D-685C-53C96A9A2573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add ord">
        <pc:chgData name="Tyrion Bao" userId="86a2b12e41226f78" providerId="LiveId" clId="{BE0B2CE4-1428-496C-ACE6-ADB1F60287EC}" dt="2026-10-09T10:36:49.756" v="3639"/>
        <pc:sldMkLst>
          <pc:docMk/>
          <pc:sldMk cId="2530839382" sldId="266"/>
        </pc:sldMkLst>
      </pc:sldChg>
      <pc:sldChg chg="modSp add">
        <pc:chgData name="Tyrion Bao" userId="86a2b12e41226f78" providerId="LiveId" clId="{BE0B2CE4-1428-496C-ACE6-ADB1F60287EC}" dt="2026-10-09T10:40:36.309" v="3747"/>
        <pc:sldMkLst>
          <pc:docMk/>
          <pc:sldMk cId="2556202693" sldId="268"/>
        </pc:sldMkLst>
        <pc:spChg chg="mod">
          <ac:chgData name="Tyrion Bao" userId="86a2b12e41226f78" providerId="LiveId" clId="{BE0B2CE4-1428-496C-ACE6-ADB1F60287EC}" dt="2026-10-09T10:40:36.309" v="3747"/>
          <ac:spMkLst>
            <pc:docMk/>
            <pc:sldMk cId="2556202693" sldId="268"/>
            <ac:spMk id="2" creationId="{09E2114C-741A-544B-6F85-EB2F790F1920}"/>
          </ac:spMkLst>
        </pc:spChg>
      </pc:sldChg>
    </pc:docChg>
  </pc:docChgLst>
  <pc:docChgLst>
    <pc:chgData name="Tyrion Bao" userId="86a2b12e41226f78" providerId="LiveId" clId="{4891CA31-0AE7-4ECE-B60E-21685528A7C5}"/>
    <pc:docChg chg="undo custSel addSld delSld modSld">
      <pc:chgData name="Tyrion Bao" userId="86a2b12e41226f78" providerId="LiveId" clId="{4891CA31-0AE7-4ECE-B60E-21685528A7C5}" dt="2026-10-13T12:20:14.083" v="1565" actId="1076"/>
      <pc:docMkLst>
        <pc:docMk/>
      </pc:docMkLst>
      <pc:sldChg chg="modSp mod">
        <pc:chgData name="Tyrion Bao" userId="86a2b12e41226f78" providerId="LiveId" clId="{4891CA31-0AE7-4ECE-B60E-21685528A7C5}" dt="2026-10-13T11:10:12.346" v="1456" actId="20577"/>
        <pc:sldMkLst>
          <pc:docMk/>
          <pc:sldMk cId="3127194409" sldId="259"/>
        </pc:sldMkLst>
        <pc:spChg chg="mod">
          <ac:chgData name="Tyrion Bao" userId="86a2b12e41226f78" providerId="LiveId" clId="{4891CA31-0AE7-4ECE-B60E-21685528A7C5}" dt="2026-10-10T10:22:43.705" v="418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4891CA31-0AE7-4ECE-B60E-21685528A7C5}" dt="2026-10-13T11:10:12.346" v="1456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mod">
        <pc:chgData name="Tyrion Bao" userId="86a2b12e41226f78" providerId="LiveId" clId="{4891CA31-0AE7-4ECE-B60E-21685528A7C5}" dt="2026-10-13T11:30:32.135" v="1537" actId="20577"/>
        <pc:sldMkLst>
          <pc:docMk/>
          <pc:sldMk cId="3986438202" sldId="261"/>
        </pc:sldMkLst>
        <pc:spChg chg="mod">
          <ac:chgData name="Tyrion Bao" userId="86a2b12e41226f78" providerId="LiveId" clId="{4891CA31-0AE7-4ECE-B60E-21685528A7C5}" dt="2026-10-13T11:30:32.135" v="1537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addSp modSp mod">
        <pc:chgData name="Tyrion Bao" userId="86a2b12e41226f78" providerId="LiveId" clId="{4891CA31-0AE7-4ECE-B60E-21685528A7C5}" dt="2026-10-13T11:09:54.723" v="1448" actId="20577"/>
        <pc:sldMkLst>
          <pc:docMk/>
          <pc:sldMk cId="943744701" sldId="262"/>
        </pc:sldMkLst>
        <pc:spChg chg="mod">
          <ac:chgData name="Tyrion Bao" userId="86a2b12e41226f78" providerId="LiveId" clId="{4891CA31-0AE7-4ECE-B60E-21685528A7C5}" dt="2026-10-10T09:48:41.282" v="138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4891CA31-0AE7-4ECE-B60E-21685528A7C5}" dt="2026-10-13T11:09:54.723" v="1448" actId="20577"/>
          <ac:spMkLst>
            <pc:docMk/>
            <pc:sldMk cId="943744701" sldId="262"/>
            <ac:spMk id="3" creationId="{1CDD36FB-14EB-E63C-DB13-5B0DFEF0AE1D}"/>
          </ac:spMkLst>
        </pc:spChg>
        <pc:spChg chg="add mod">
          <ac:chgData name="Tyrion Bao" userId="86a2b12e41226f78" providerId="LiveId" clId="{4891CA31-0AE7-4ECE-B60E-21685528A7C5}" dt="2026-10-13T08:04:15.805" v="1147" actId="21"/>
          <ac:spMkLst>
            <pc:docMk/>
            <pc:sldMk cId="943744701" sldId="262"/>
            <ac:spMk id="4" creationId="{76C5F6CF-1048-44CE-5671-5D14C8C22D4E}"/>
          </ac:spMkLst>
        </pc:spChg>
      </pc:sldChg>
      <pc:sldChg chg="addSp delSp modSp mod">
        <pc:chgData name="Tyrion Bao" userId="86a2b12e41226f78" providerId="LiveId" clId="{4891CA31-0AE7-4ECE-B60E-21685528A7C5}" dt="2026-10-13T11:28:12.548" v="1459" actId="1076"/>
        <pc:sldMkLst>
          <pc:docMk/>
          <pc:sldMk cId="1949254824" sldId="263"/>
        </pc:sldMkLst>
        <pc:spChg chg="mod">
          <ac:chgData name="Tyrion Bao" userId="86a2b12e41226f78" providerId="LiveId" clId="{4891CA31-0AE7-4ECE-B60E-21685528A7C5}" dt="2026-10-13T10:45:46.259" v="1228" actId="5793"/>
          <ac:spMkLst>
            <pc:docMk/>
            <pc:sldMk cId="1949254824" sldId="263"/>
            <ac:spMk id="2" creationId="{9C52CD5E-0479-C15D-685C-53C96A9A2573}"/>
          </ac:spMkLst>
        </pc:spChg>
        <pc:spChg chg="del mod">
          <ac:chgData name="Tyrion Bao" userId="86a2b12e41226f78" providerId="LiveId" clId="{4891CA31-0AE7-4ECE-B60E-21685528A7C5}" dt="2026-10-13T08:04:05.855" v="1144" actId="21"/>
          <ac:spMkLst>
            <pc:docMk/>
            <pc:sldMk cId="1949254824" sldId="263"/>
            <ac:spMk id="3" creationId="{76C5F6CF-1048-44CE-5671-5D14C8C22D4E}"/>
          </ac:spMkLst>
        </pc:spChg>
        <pc:spChg chg="add del mod">
          <ac:chgData name="Tyrion Bao" userId="86a2b12e41226f78" providerId="LiveId" clId="{4891CA31-0AE7-4ECE-B60E-21685528A7C5}" dt="2026-10-13T10:44:10.843" v="1206" actId="22"/>
          <ac:spMkLst>
            <pc:docMk/>
            <pc:sldMk cId="1949254824" sldId="263"/>
            <ac:spMk id="7" creationId="{975A50ED-1576-0792-AB22-AED35F1F6523}"/>
          </ac:spMkLst>
        </pc:spChg>
        <pc:spChg chg="add mod">
          <ac:chgData name="Tyrion Bao" userId="86a2b12e41226f78" providerId="LiveId" clId="{4891CA31-0AE7-4ECE-B60E-21685528A7C5}" dt="2026-10-13T10:45:50.184" v="1229" actId="1076"/>
          <ac:spMkLst>
            <pc:docMk/>
            <pc:sldMk cId="1949254824" sldId="263"/>
            <ac:spMk id="10" creationId="{63364981-20CC-598C-717F-99096FB5CF8F}"/>
          </ac:spMkLst>
        </pc:spChg>
        <pc:spChg chg="add mod">
          <ac:chgData name="Tyrion Bao" userId="86a2b12e41226f78" providerId="LiveId" clId="{4891CA31-0AE7-4ECE-B60E-21685528A7C5}" dt="2026-10-13T10:44:49.966" v="1217"/>
          <ac:spMkLst>
            <pc:docMk/>
            <pc:sldMk cId="1949254824" sldId="263"/>
            <ac:spMk id="11" creationId="{A7F8971B-29FC-9643-ADA1-BE6DE26A9A34}"/>
          </ac:spMkLst>
        </pc:spChg>
        <pc:picChg chg="add del mod">
          <ac:chgData name="Tyrion Bao" userId="86a2b12e41226f78" providerId="LiveId" clId="{4891CA31-0AE7-4ECE-B60E-21685528A7C5}" dt="2026-10-13T08:04:32.912" v="1153" actId="478"/>
          <ac:picMkLst>
            <pc:docMk/>
            <pc:sldMk cId="1949254824" sldId="263"/>
            <ac:picMk id="5" creationId="{8C628B91-B494-065E-A90E-405ED68797F2}"/>
          </ac:picMkLst>
        </pc:picChg>
        <pc:picChg chg="add mod">
          <ac:chgData name="Tyrion Bao" userId="86a2b12e41226f78" providerId="LiveId" clId="{4891CA31-0AE7-4ECE-B60E-21685528A7C5}" dt="2026-10-13T11:28:12.548" v="1459" actId="1076"/>
          <ac:picMkLst>
            <pc:docMk/>
            <pc:sldMk cId="1949254824" sldId="263"/>
            <ac:picMk id="9" creationId="{01B64DD8-E036-628D-36EA-25272E6644B1}"/>
          </ac:picMkLst>
        </pc:picChg>
      </pc:sldChg>
      <pc:sldChg chg="modSp mod">
        <pc:chgData name="Tyrion Bao" userId="86a2b12e41226f78" providerId="LiveId" clId="{4891CA31-0AE7-4ECE-B60E-21685528A7C5}" dt="2026-10-10T10:22:46.595" v="419" actId="20577"/>
        <pc:sldMkLst>
          <pc:docMk/>
          <pc:sldMk cId="2396252889" sldId="265"/>
        </pc:sldMkLst>
        <pc:spChg chg="mod">
          <ac:chgData name="Tyrion Bao" userId="86a2b12e41226f78" providerId="LiveId" clId="{4891CA31-0AE7-4ECE-B60E-21685528A7C5}" dt="2026-10-10T10:22:46.595" v="419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modSp mod">
        <pc:chgData name="Tyrion Bao" userId="86a2b12e41226f78" providerId="LiveId" clId="{4891CA31-0AE7-4ECE-B60E-21685528A7C5}" dt="2026-10-13T11:30:40.282" v="1546" actId="20577"/>
        <pc:sldMkLst>
          <pc:docMk/>
          <pc:sldMk cId="2530839382" sldId="266"/>
        </pc:sldMkLst>
        <pc:spChg chg="mod">
          <ac:chgData name="Tyrion Bao" userId="86a2b12e41226f78" providerId="LiveId" clId="{4891CA31-0AE7-4ECE-B60E-21685528A7C5}" dt="2026-10-13T11:30:40.282" v="1546" actId="20577"/>
          <ac:spMkLst>
            <pc:docMk/>
            <pc:sldMk cId="2530839382" sldId="266"/>
            <ac:spMk id="2" creationId="{844C9FA9-FA19-708A-4CEF-5F4F2C7A886B}"/>
          </ac:spMkLst>
        </pc:spChg>
      </pc:sldChg>
      <pc:sldChg chg="del">
        <pc:chgData name="Tyrion Bao" userId="86a2b12e41226f78" providerId="LiveId" clId="{4891CA31-0AE7-4ECE-B60E-21685528A7C5}" dt="2026-10-13T11:08:58.647" v="1413" actId="47"/>
        <pc:sldMkLst>
          <pc:docMk/>
          <pc:sldMk cId="1341844599" sldId="267"/>
        </pc:sldMkLst>
      </pc:sldChg>
      <pc:sldChg chg="addSp delSp modSp mod">
        <pc:chgData name="Tyrion Bao" userId="86a2b12e41226f78" providerId="LiveId" clId="{4891CA31-0AE7-4ECE-B60E-21685528A7C5}" dt="2026-10-13T09:54:53.916" v="1161" actId="14100"/>
        <pc:sldMkLst>
          <pc:docMk/>
          <pc:sldMk cId="2556202693" sldId="268"/>
        </pc:sldMkLst>
        <pc:spChg chg="mod">
          <ac:chgData name="Tyrion Bao" userId="86a2b12e41226f78" providerId="LiveId" clId="{4891CA31-0AE7-4ECE-B60E-21685528A7C5}" dt="2026-10-12T07:02:33.443" v="623" actId="20577"/>
          <ac:spMkLst>
            <pc:docMk/>
            <pc:sldMk cId="2556202693" sldId="268"/>
            <ac:spMk id="2" creationId="{09E2114C-741A-544B-6F85-EB2F790F1920}"/>
          </ac:spMkLst>
        </pc:spChg>
        <pc:spChg chg="mod">
          <ac:chgData name="Tyrion Bao" userId="86a2b12e41226f78" providerId="LiveId" clId="{4891CA31-0AE7-4ECE-B60E-21685528A7C5}" dt="2026-10-12T06:06:20.282" v="537" actId="27636"/>
          <ac:spMkLst>
            <pc:docMk/>
            <pc:sldMk cId="2556202693" sldId="268"/>
            <ac:spMk id="3" creationId="{319AD4AA-A236-D115-96E6-B2F9ED260A75}"/>
          </ac:spMkLst>
        </pc:spChg>
        <pc:spChg chg="add mod">
          <ac:chgData name="Tyrion Bao" userId="86a2b12e41226f78" providerId="LiveId" clId="{4891CA31-0AE7-4ECE-B60E-21685528A7C5}" dt="2026-10-12T07:02:07.222" v="610" actId="27636"/>
          <ac:spMkLst>
            <pc:docMk/>
            <pc:sldMk cId="2556202693" sldId="268"/>
            <ac:spMk id="10" creationId="{95DD8A95-94AF-0BF2-ADA4-498CD2578109}"/>
          </ac:spMkLst>
        </pc:spChg>
        <pc:spChg chg="add mod">
          <ac:chgData name="Tyrion Bao" userId="86a2b12e41226f78" providerId="LiveId" clId="{4891CA31-0AE7-4ECE-B60E-21685528A7C5}" dt="2026-10-12T06:06:41.812" v="570" actId="20577"/>
          <ac:spMkLst>
            <pc:docMk/>
            <pc:sldMk cId="2556202693" sldId="268"/>
            <ac:spMk id="11" creationId="{7385F1EA-A542-3CF4-3490-CB75144606FE}"/>
          </ac:spMkLst>
        </pc:spChg>
        <pc:spChg chg="add del mod">
          <ac:chgData name="Tyrion Bao" userId="86a2b12e41226f78" providerId="LiveId" clId="{4891CA31-0AE7-4ECE-B60E-21685528A7C5}" dt="2026-10-12T06:06:52.031" v="576" actId="478"/>
          <ac:spMkLst>
            <pc:docMk/>
            <pc:sldMk cId="2556202693" sldId="268"/>
            <ac:spMk id="12" creationId="{61249B81-7BF9-207D-F10C-C84D190132E6}"/>
          </ac:spMkLst>
        </pc:spChg>
        <pc:spChg chg="add mod">
          <ac:chgData name="Tyrion Bao" userId="86a2b12e41226f78" providerId="LiveId" clId="{4891CA31-0AE7-4ECE-B60E-21685528A7C5}" dt="2026-10-13T07:25:58.841" v="1073" actId="14100"/>
          <ac:spMkLst>
            <pc:docMk/>
            <pc:sldMk cId="2556202693" sldId="268"/>
            <ac:spMk id="16" creationId="{39559C9E-5E24-3455-298C-A4023740F75B}"/>
          </ac:spMkLst>
        </pc:spChg>
        <pc:spChg chg="add mod">
          <ac:chgData name="Tyrion Bao" userId="86a2b12e41226f78" providerId="LiveId" clId="{4891CA31-0AE7-4ECE-B60E-21685528A7C5}" dt="2026-10-13T07:26:15.578" v="1085" actId="1076"/>
          <ac:spMkLst>
            <pc:docMk/>
            <pc:sldMk cId="2556202693" sldId="268"/>
            <ac:spMk id="18" creationId="{A5429B54-E4D7-4ABD-D755-C303090F161D}"/>
          </ac:spMkLst>
        </pc:spChg>
        <pc:spChg chg="add mod">
          <ac:chgData name="Tyrion Bao" userId="86a2b12e41226f78" providerId="LiveId" clId="{4891CA31-0AE7-4ECE-B60E-21685528A7C5}" dt="2026-10-13T08:02:51.434" v="1128"/>
          <ac:spMkLst>
            <pc:docMk/>
            <pc:sldMk cId="2556202693" sldId="268"/>
            <ac:spMk id="22" creationId="{9E8541F7-321F-8AC6-847E-F35247FFA7CB}"/>
          </ac:spMkLst>
        </pc:spChg>
        <pc:spChg chg="add mod">
          <ac:chgData name="Tyrion Bao" userId="86a2b12e41226f78" providerId="LiveId" clId="{4891CA31-0AE7-4ECE-B60E-21685528A7C5}" dt="2026-10-13T08:03:45.509" v="1143" actId="20577"/>
          <ac:spMkLst>
            <pc:docMk/>
            <pc:sldMk cId="2556202693" sldId="268"/>
            <ac:spMk id="24" creationId="{AA80C8C9-13B2-2C87-1E0E-6AFF692CFAF3}"/>
          </ac:spMkLst>
        </pc:spChg>
        <pc:picChg chg="add del">
          <ac:chgData name="Tyrion Bao" userId="86a2b12e41226f78" providerId="LiveId" clId="{4891CA31-0AE7-4ECE-B60E-21685528A7C5}" dt="2026-10-12T05:58:06.995" v="530" actId="478"/>
          <ac:picMkLst>
            <pc:docMk/>
            <pc:sldMk cId="2556202693" sldId="268"/>
            <ac:picMk id="7" creationId="{2951EAE8-F144-BBB8-1F43-DEA0E20ABE82}"/>
          </ac:picMkLst>
        </pc:picChg>
        <pc:picChg chg="add mod">
          <ac:chgData name="Tyrion Bao" userId="86a2b12e41226f78" providerId="LiveId" clId="{4891CA31-0AE7-4ECE-B60E-21685528A7C5}" dt="2026-10-12T06:06:13.960" v="535" actId="14100"/>
          <ac:picMkLst>
            <pc:docMk/>
            <pc:sldMk cId="2556202693" sldId="268"/>
            <ac:picMk id="9" creationId="{CE0C8902-F7D5-5D1D-AB5F-5F52C363D314}"/>
          </ac:picMkLst>
        </pc:picChg>
        <pc:picChg chg="add mod">
          <ac:chgData name="Tyrion Bao" userId="86a2b12e41226f78" providerId="LiveId" clId="{4891CA31-0AE7-4ECE-B60E-21685528A7C5}" dt="2026-10-12T06:25:49.878" v="592" actId="1076"/>
          <ac:picMkLst>
            <pc:docMk/>
            <pc:sldMk cId="2556202693" sldId="268"/>
            <ac:picMk id="14" creationId="{F4D88FF5-D639-D542-A7FB-D976FD47590B}"/>
          </ac:picMkLst>
        </pc:picChg>
        <pc:picChg chg="add mod">
          <ac:chgData name="Tyrion Bao" userId="86a2b12e41226f78" providerId="LiveId" clId="{4891CA31-0AE7-4ECE-B60E-21685528A7C5}" dt="2026-10-13T07:52:00.348" v="1091" actId="1076"/>
          <ac:picMkLst>
            <pc:docMk/>
            <pc:sldMk cId="2556202693" sldId="268"/>
            <ac:picMk id="20" creationId="{7D05E34A-723E-FADB-4FB0-EBC9CBFA457D}"/>
          </ac:picMkLst>
        </pc:picChg>
        <pc:picChg chg="add mod">
          <ac:chgData name="Tyrion Bao" userId="86a2b12e41226f78" providerId="LiveId" clId="{4891CA31-0AE7-4ECE-B60E-21685528A7C5}" dt="2026-10-13T09:54:33.371" v="1157" actId="1076"/>
          <ac:picMkLst>
            <pc:docMk/>
            <pc:sldMk cId="2556202693" sldId="268"/>
            <ac:picMk id="26" creationId="{E2BA4C4A-3318-92FB-A6AC-8C9578BC9D31}"/>
          </ac:picMkLst>
        </pc:picChg>
        <pc:picChg chg="add mod">
          <ac:chgData name="Tyrion Bao" userId="86a2b12e41226f78" providerId="LiveId" clId="{4891CA31-0AE7-4ECE-B60E-21685528A7C5}" dt="2026-10-13T09:54:53.916" v="1161" actId="14100"/>
          <ac:picMkLst>
            <pc:docMk/>
            <pc:sldMk cId="2556202693" sldId="268"/>
            <ac:picMk id="28" creationId="{BAA5E4C8-CCD6-984E-AA74-D5985DD7A53C}"/>
          </ac:picMkLst>
        </pc:picChg>
      </pc:sldChg>
      <pc:sldChg chg="del">
        <pc:chgData name="Tyrion Bao" userId="86a2b12e41226f78" providerId="LiveId" clId="{4891CA31-0AE7-4ECE-B60E-21685528A7C5}" dt="2026-10-13T10:02:03.484" v="1164" actId="2696"/>
        <pc:sldMkLst>
          <pc:docMk/>
          <pc:sldMk cId="3762175992" sldId="269"/>
        </pc:sldMkLst>
      </pc:sldChg>
      <pc:sldChg chg="del">
        <pc:chgData name="Tyrion Bao" userId="86a2b12e41226f78" providerId="LiveId" clId="{4891CA31-0AE7-4ECE-B60E-21685528A7C5}" dt="2026-10-13T10:02:04.886" v="1165" actId="2696"/>
        <pc:sldMkLst>
          <pc:docMk/>
          <pc:sldMk cId="206457850" sldId="270"/>
        </pc:sldMkLst>
      </pc:sldChg>
      <pc:sldChg chg="addSp delSp modSp add mod">
        <pc:chgData name="Tyrion Bao" userId="86a2b12e41226f78" providerId="LiveId" clId="{4891CA31-0AE7-4ECE-B60E-21685528A7C5}" dt="2026-10-12T06:45:17.574" v="598" actId="14100"/>
        <pc:sldMkLst>
          <pc:docMk/>
          <pc:sldMk cId="2124816499" sldId="271"/>
        </pc:sldMkLst>
        <pc:spChg chg="mod">
          <ac:chgData name="Tyrion Bao" userId="86a2b12e41226f78" providerId="LiveId" clId="{4891CA31-0AE7-4ECE-B60E-21685528A7C5}" dt="2026-10-10T09:38:06.706" v="81" actId="20577"/>
          <ac:spMkLst>
            <pc:docMk/>
            <pc:sldMk cId="2124816499" sldId="271"/>
            <ac:spMk id="2" creationId="{A07AE7C9-8F03-CDB0-D027-363093275095}"/>
          </ac:spMkLst>
        </pc:spChg>
        <pc:picChg chg="add mod">
          <ac:chgData name="Tyrion Bao" userId="86a2b12e41226f78" providerId="LiveId" clId="{4891CA31-0AE7-4ECE-B60E-21685528A7C5}" dt="2026-10-10T09:43:41.517" v="107" actId="1076"/>
          <ac:picMkLst>
            <pc:docMk/>
            <pc:sldMk cId="2124816499" sldId="271"/>
            <ac:picMk id="7" creationId="{15623197-5A4C-2FF6-5850-E1A8517A291F}"/>
          </ac:picMkLst>
        </pc:picChg>
        <pc:picChg chg="add mod">
          <ac:chgData name="Tyrion Bao" userId="86a2b12e41226f78" providerId="LiveId" clId="{4891CA31-0AE7-4ECE-B60E-21685528A7C5}" dt="2026-10-12T06:45:05.944" v="593" actId="14100"/>
          <ac:picMkLst>
            <pc:docMk/>
            <pc:sldMk cId="2124816499" sldId="271"/>
            <ac:picMk id="11" creationId="{58EEFE3E-A182-F32B-2720-1B55C6E98940}"/>
          </ac:picMkLst>
        </pc:picChg>
        <pc:picChg chg="add mod">
          <ac:chgData name="Tyrion Bao" userId="86a2b12e41226f78" providerId="LiveId" clId="{4891CA31-0AE7-4ECE-B60E-21685528A7C5}" dt="2026-10-12T06:45:17.574" v="598" actId="14100"/>
          <ac:picMkLst>
            <pc:docMk/>
            <pc:sldMk cId="2124816499" sldId="271"/>
            <ac:picMk id="15" creationId="{7CB3A017-B718-300C-41CD-D9CCEF9CF140}"/>
          </ac:picMkLst>
        </pc:picChg>
      </pc:sldChg>
      <pc:sldChg chg="addSp delSp modSp add mod">
        <pc:chgData name="Tyrion Bao" userId="86a2b12e41226f78" providerId="LiveId" clId="{4891CA31-0AE7-4ECE-B60E-21685528A7C5}" dt="2026-10-10T10:17:24.427" v="166" actId="1076"/>
        <pc:sldMkLst>
          <pc:docMk/>
          <pc:sldMk cId="1140172268" sldId="272"/>
        </pc:sldMkLst>
        <pc:spChg chg="mod">
          <ac:chgData name="Tyrion Bao" userId="86a2b12e41226f78" providerId="LiveId" clId="{4891CA31-0AE7-4ECE-B60E-21685528A7C5}" dt="2026-10-10T10:08:31.809" v="163" actId="20577"/>
          <ac:spMkLst>
            <pc:docMk/>
            <pc:sldMk cId="1140172268" sldId="272"/>
            <ac:spMk id="2" creationId="{4449A65D-BCA9-EBDD-F495-8AA66AF2882D}"/>
          </ac:spMkLst>
        </pc:spChg>
        <pc:picChg chg="add mod">
          <ac:chgData name="Tyrion Bao" userId="86a2b12e41226f78" providerId="LiveId" clId="{4891CA31-0AE7-4ECE-B60E-21685528A7C5}" dt="2026-10-10T10:17:24.427" v="166" actId="1076"/>
          <ac:picMkLst>
            <pc:docMk/>
            <pc:sldMk cId="1140172268" sldId="272"/>
            <ac:picMk id="4" creationId="{049434F6-E4A4-20BD-E2F4-BAA18285ED8E}"/>
          </ac:picMkLst>
        </pc:picChg>
      </pc:sldChg>
      <pc:sldChg chg="addSp delSp modSp add mod">
        <pc:chgData name="Tyrion Bao" userId="86a2b12e41226f78" providerId="LiveId" clId="{4891CA31-0AE7-4ECE-B60E-21685528A7C5}" dt="2026-10-13T10:43:47.439" v="1176" actId="21"/>
        <pc:sldMkLst>
          <pc:docMk/>
          <pc:sldMk cId="2948105093" sldId="273"/>
        </pc:sldMkLst>
        <pc:spChg chg="mod">
          <ac:chgData name="Tyrion Bao" userId="86a2b12e41226f78" providerId="LiveId" clId="{4891CA31-0AE7-4ECE-B60E-21685528A7C5}" dt="2026-10-13T10:02:31.325" v="1171" actId="20577"/>
          <ac:spMkLst>
            <pc:docMk/>
            <pc:sldMk cId="2948105093" sldId="273"/>
            <ac:spMk id="2" creationId="{908AD7D4-E292-EA64-F0D4-B2512616F071}"/>
          </ac:spMkLst>
        </pc:spChg>
        <pc:picChg chg="add mod">
          <ac:chgData name="Tyrion Bao" userId="86a2b12e41226f78" providerId="LiveId" clId="{4891CA31-0AE7-4ECE-B60E-21685528A7C5}" dt="2026-10-13T10:28:52.780" v="1174" actId="14100"/>
          <ac:picMkLst>
            <pc:docMk/>
            <pc:sldMk cId="2948105093" sldId="273"/>
            <ac:picMk id="5" creationId="{D5731147-B5A1-F0B0-2687-A47A37792A7A}"/>
          </ac:picMkLst>
        </pc:picChg>
        <pc:picChg chg="add del">
          <ac:chgData name="Tyrion Bao" userId="86a2b12e41226f78" providerId="LiveId" clId="{4891CA31-0AE7-4ECE-B60E-21685528A7C5}" dt="2026-10-13T10:43:47.439" v="1176" actId="21"/>
          <ac:picMkLst>
            <pc:docMk/>
            <pc:sldMk cId="2948105093" sldId="273"/>
            <ac:picMk id="7" creationId="{395FDD8E-17C3-0CA4-AB93-62B90C13605E}"/>
          </ac:picMkLst>
        </pc:picChg>
      </pc:sldChg>
      <pc:sldChg chg="addSp delSp modSp add mod">
        <pc:chgData name="Tyrion Bao" userId="86a2b12e41226f78" providerId="LiveId" clId="{4891CA31-0AE7-4ECE-B60E-21685528A7C5}" dt="2026-10-13T12:20:14.083" v="1565" actId="1076"/>
        <pc:sldMkLst>
          <pc:docMk/>
          <pc:sldMk cId="843727772" sldId="274"/>
        </pc:sldMkLst>
        <pc:spChg chg="mod">
          <ac:chgData name="Tyrion Bao" userId="86a2b12e41226f78" providerId="LiveId" clId="{4891CA31-0AE7-4ECE-B60E-21685528A7C5}" dt="2026-10-13T12:11:22.777" v="1551" actId="27636"/>
          <ac:spMkLst>
            <pc:docMk/>
            <pc:sldMk cId="843727772" sldId="274"/>
            <ac:spMk id="2" creationId="{3357BD1C-E5F7-6F26-E954-00CF9CF426C6}"/>
          </ac:spMkLst>
        </pc:spChg>
        <pc:spChg chg="add del mod">
          <ac:chgData name="Tyrion Bao" userId="86a2b12e41226f78" providerId="LiveId" clId="{4891CA31-0AE7-4ECE-B60E-21685528A7C5}" dt="2026-10-13T11:08:55.483" v="1412" actId="478"/>
          <ac:spMkLst>
            <pc:docMk/>
            <pc:sldMk cId="843727772" sldId="274"/>
            <ac:spMk id="6" creationId="{B9461C2F-E30F-3930-E17C-831B4831E4AC}"/>
          </ac:spMkLst>
        </pc:spChg>
        <pc:spChg chg="mod">
          <ac:chgData name="Tyrion Bao" userId="86a2b12e41226f78" providerId="LiveId" clId="{4891CA31-0AE7-4ECE-B60E-21685528A7C5}" dt="2026-10-13T11:24:32.083" v="1458" actId="20577"/>
          <ac:spMkLst>
            <pc:docMk/>
            <pc:sldMk cId="843727772" sldId="274"/>
            <ac:spMk id="10" creationId="{00CA7FDA-540C-FF9F-33E7-85A3A94C9AF8}"/>
          </ac:spMkLst>
        </pc:spChg>
        <pc:spChg chg="add del">
          <ac:chgData name="Tyrion Bao" userId="86a2b12e41226f78" providerId="LiveId" clId="{4891CA31-0AE7-4ECE-B60E-21685528A7C5}" dt="2026-10-13T12:20:04.612" v="1557" actId="22"/>
          <ac:spMkLst>
            <pc:docMk/>
            <pc:sldMk cId="843727772" sldId="274"/>
            <ac:spMk id="12" creationId="{D2E6CBBF-2EB5-9747-DDBC-6F74D74E948A}"/>
          </ac:spMkLst>
        </pc:spChg>
        <pc:picChg chg="add del mod">
          <ac:chgData name="Tyrion Bao" userId="86a2b12e41226f78" providerId="LiveId" clId="{4891CA31-0AE7-4ECE-B60E-21685528A7C5}" dt="2026-10-13T10:47:56.015" v="1242" actId="478"/>
          <ac:picMkLst>
            <pc:docMk/>
            <pc:sldMk cId="843727772" sldId="274"/>
            <ac:picMk id="4" creationId="{55B3E492-D0C3-C2EA-0AC1-EE7107EDCD76}"/>
          </ac:picMkLst>
        </pc:picChg>
        <pc:picChg chg="add mod">
          <ac:chgData name="Tyrion Bao" userId="86a2b12e41226f78" providerId="LiveId" clId="{4891CA31-0AE7-4ECE-B60E-21685528A7C5}" dt="2026-10-13T12:20:11.011" v="1562" actId="1076"/>
          <ac:picMkLst>
            <pc:docMk/>
            <pc:sldMk cId="843727772" sldId="274"/>
            <ac:picMk id="8" creationId="{E63F0947-F892-DC4A-8D0E-71F730513A7B}"/>
          </ac:picMkLst>
        </pc:picChg>
        <pc:picChg chg="del">
          <ac:chgData name="Tyrion Bao" userId="86a2b12e41226f78" providerId="LiveId" clId="{4891CA31-0AE7-4ECE-B60E-21685528A7C5}" dt="2026-10-13T11:08:27.173" v="1407" actId="478"/>
          <ac:picMkLst>
            <pc:docMk/>
            <pc:sldMk cId="843727772" sldId="274"/>
            <ac:picMk id="9" creationId="{B5919E5A-6B67-6F92-5533-7B6ADC0F0C93}"/>
          </ac:picMkLst>
        </pc:picChg>
        <pc:picChg chg="add mod">
          <ac:chgData name="Tyrion Bao" userId="86a2b12e41226f78" providerId="LiveId" clId="{4891CA31-0AE7-4ECE-B60E-21685528A7C5}" dt="2026-10-13T12:20:14.083" v="1565" actId="1076"/>
          <ac:picMkLst>
            <pc:docMk/>
            <pc:sldMk cId="843727772" sldId="274"/>
            <ac:picMk id="14" creationId="{F2F36BE0-A1C9-EE2E-025D-785BC9ACC3C5}"/>
          </ac:picMkLst>
        </pc:picChg>
      </pc:sldChg>
      <pc:sldChg chg="modSp add del mod">
        <pc:chgData name="Tyrion Bao" userId="86a2b12e41226f78" providerId="LiveId" clId="{4891CA31-0AE7-4ECE-B60E-21685528A7C5}" dt="2026-10-13T11:30:20.408" v="1525" actId="47"/>
        <pc:sldMkLst>
          <pc:docMk/>
          <pc:sldMk cId="4113286488" sldId="275"/>
        </pc:sldMkLst>
        <pc:spChg chg="mod">
          <ac:chgData name="Tyrion Bao" userId="86a2b12e41226f78" providerId="LiveId" clId="{4891CA31-0AE7-4ECE-B60E-21685528A7C5}" dt="2026-10-13T11:09:26.568" v="1420"/>
          <ac:spMkLst>
            <pc:docMk/>
            <pc:sldMk cId="4113286488" sldId="275"/>
            <ac:spMk id="2" creationId="{81A26CBD-FBB9-ED79-4341-E665E13AD732}"/>
          </ac:spMkLst>
        </pc:spChg>
        <pc:spChg chg="mod">
          <ac:chgData name="Tyrion Bao" userId="86a2b12e41226f78" providerId="LiveId" clId="{4891CA31-0AE7-4ECE-B60E-21685528A7C5}" dt="2026-10-13T11:30:14.653" v="1524" actId="20577"/>
          <ac:spMkLst>
            <pc:docMk/>
            <pc:sldMk cId="4113286488" sldId="275"/>
            <ac:spMk id="3" creationId="{3C94A4E1-5D0C-23AA-F43B-F2638E5FAD3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C2599-B56F-4716-9BBB-D484E7FFB2C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25EEFE-76E0-49D6-89E2-A4AAFBCE0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929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25EEFE-76E0-49D6-89E2-A4AAFBCE03C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68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-Renderer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982236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23175F-3781-1CBD-86B8-235251AA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131" y="237961"/>
            <a:ext cx="5423179" cy="638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Workflow analysis</a:t>
            </a:r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</p:spPr>
        <p:txBody>
          <a:bodyPr/>
          <a:lstStyle/>
          <a:p>
            <a:r>
              <a:rPr lang="en-US" altLang="zh-CN" dirty="0"/>
              <a:t>Visual analysis – plant animation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1B64DD8-E036-628D-36EA-25272E6644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>
            <a:extLst>
              <a:ext uri="{FF2B5EF4-FFF2-40B4-BE49-F238E27FC236}">
                <a16:creationId xmlns:a16="http://schemas.microsoft.com/office/drawing/2014/main" id="{63364981-20CC-598C-717F-99096FB5CF8F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Hierarchical GPU Vertex Shader Wind</a:t>
            </a:r>
            <a:r>
              <a:rPr lang="en-US" dirty="0"/>
              <a:t> </a:t>
            </a:r>
          </a:p>
          <a:p>
            <a:r>
              <a:rPr lang="en-US" sz="3200" dirty="0"/>
              <a:t>using encoded vertex attributes</a:t>
            </a:r>
            <a:endParaRPr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7C6D-4834-19BE-E31F-089210F4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7BD1C-E5F7-6F26-E954-00CF9CF42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</p:spPr>
        <p:txBody>
          <a:bodyPr>
            <a:normAutofit/>
          </a:bodyPr>
          <a:lstStyle/>
          <a:p>
            <a:r>
              <a:rPr lang="en-US" altLang="zh-CN" dirty="0"/>
              <a:t>Visual analysis – plant scatter</a:t>
            </a:r>
            <a:br>
              <a:rPr lang="en-US" altLang="zh-CN" dirty="0"/>
            </a:br>
            <a:r>
              <a:rPr lang="en-US" b="1" dirty="0"/>
              <a:t>Ecotone Gradient Scatterer with Variable-Radius Poisson Disk Sampling and Noise-Modulated Density</a:t>
            </a:r>
            <a:endParaRPr lang="en-US" altLang="zh-CN" dirty="0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00CA7FDA-540C-FF9F-33E7-85A3A94C9AF8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F0947-F892-DC4A-8D0E-71F730513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0598" y="2978686"/>
            <a:ext cx="5210926" cy="3098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F36BE0-A1C9-EE2E-025D-785BC9ACC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52" y="2978686"/>
            <a:ext cx="5272317" cy="2888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727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F2B23-A668-89F8-E563-C5C02D61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2114C-741A-544B-6F85-EB2F790F1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zh-CN" dirty="0"/>
              <a:t>Performance analysis - Plant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9AD4AA-A236-D115-96E6-B2F9ED26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dirty="0"/>
              <a:t>Foliage Card optimization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0C8902-F7D5-5D1D-AB5F-5F52C363D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12" y="2137884"/>
            <a:ext cx="4959871" cy="2016887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5DD8A95-94AF-0BF2-ADA4-498CD2578109}"/>
              </a:ext>
            </a:extLst>
          </p:cNvPr>
          <p:cNvSpPr txBox="1">
            <a:spLocks/>
          </p:cNvSpPr>
          <p:nvPr/>
        </p:nvSpPr>
        <p:spPr>
          <a:xfrm>
            <a:off x="382412" y="4285987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Screen-Size-Based</a:t>
            </a:r>
            <a:r>
              <a:rPr lang="en-US" b="1" dirty="0"/>
              <a:t> </a:t>
            </a:r>
            <a:r>
              <a:rPr lang="en-US" altLang="zh-CN" dirty="0"/>
              <a:t>LOD selection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7385F1EA-A542-3CF4-3490-CB75144606FE}"/>
              </a:ext>
            </a:extLst>
          </p:cNvPr>
          <p:cNvSpPr txBox="1">
            <a:spLocks/>
          </p:cNvSpPr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D88FF5-D639-D542-A7FB-D976FD475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12" y="4746362"/>
            <a:ext cx="3395870" cy="1843710"/>
          </a:xfrm>
          <a:prstGeom prst="rect">
            <a:avLst/>
          </a:prstGeom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39559C9E-5E24-3455-298C-A4023740F75B}"/>
              </a:ext>
            </a:extLst>
          </p:cNvPr>
          <p:cNvSpPr txBox="1">
            <a:spLocks/>
          </p:cNvSpPr>
          <p:nvPr/>
        </p:nvSpPr>
        <p:spPr>
          <a:xfrm>
            <a:off x="5567571" y="1547329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Model LOD preprocessing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A5429B54-E4D7-4ABD-D755-C303090F161D}"/>
              </a:ext>
            </a:extLst>
          </p:cNvPr>
          <p:cNvSpPr txBox="1">
            <a:spLocks/>
          </p:cNvSpPr>
          <p:nvPr/>
        </p:nvSpPr>
        <p:spPr>
          <a:xfrm>
            <a:off x="5567570" y="1993831"/>
            <a:ext cx="6242018" cy="17988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LOD-1- original</a:t>
            </a:r>
            <a:endParaRPr lang="en-US" sz="8800" dirty="0"/>
          </a:p>
          <a:p>
            <a:r>
              <a:rPr lang="en-US" dirty="0"/>
              <a:t>LOD0 -Material consolidation</a:t>
            </a:r>
            <a:endParaRPr lang="en-US" sz="8800" dirty="0"/>
          </a:p>
          <a:p>
            <a:r>
              <a:rPr lang="en-US" dirty="0"/>
              <a:t>LOD1 - trunk decimate modifier+ Leaf card reduction + Scale for silhouette compensation</a:t>
            </a:r>
            <a:endParaRPr lang="en-US" sz="8800" dirty="0"/>
          </a:p>
          <a:p>
            <a:r>
              <a:rPr lang="en-US" dirty="0"/>
              <a:t>LOD2 -LOD1 with higher intensity</a:t>
            </a:r>
            <a:endParaRPr lang="en-US" sz="8800" dirty="0"/>
          </a:p>
          <a:p>
            <a:r>
              <a:rPr lang="en-US" dirty="0"/>
              <a:t>LOD3 –Crossing billboard imposter</a:t>
            </a:r>
            <a:endParaRPr lang="en-US" sz="8800" dirty="0"/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D05E34A-723E-FADB-4FB0-EBC9CBFA4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468" y="3792676"/>
            <a:ext cx="1928185" cy="882010"/>
          </a:xfrm>
          <a:prstGeom prst="rect">
            <a:avLst/>
          </a:prstGeom>
        </p:spPr>
      </p:pic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E8541F7-321F-8AC6-847E-F35247FFA7CB}"/>
              </a:ext>
            </a:extLst>
          </p:cNvPr>
          <p:cNvSpPr txBox="1">
            <a:spLocks/>
          </p:cNvSpPr>
          <p:nvPr/>
        </p:nvSpPr>
        <p:spPr>
          <a:xfrm>
            <a:off x="5342283" y="4865342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FURTHER PLAN: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24" name="内容占位符 2">
            <a:extLst>
              <a:ext uri="{FF2B5EF4-FFF2-40B4-BE49-F238E27FC236}">
                <a16:creationId xmlns:a16="http://schemas.microsoft.com/office/drawing/2014/main" id="{AA80C8C9-13B2-2C87-1E0E-6AFF692CFAF3}"/>
              </a:ext>
            </a:extLst>
          </p:cNvPr>
          <p:cNvSpPr txBox="1">
            <a:spLocks/>
          </p:cNvSpPr>
          <p:nvPr/>
        </p:nvSpPr>
        <p:spPr>
          <a:xfrm>
            <a:off x="5342282" y="5385257"/>
            <a:ext cx="5560944" cy="1107618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200" dirty="0"/>
              <a:t>card bounding hulls to eliminate transparent pixel waste, hardware instanced rendering, spherical canopy normal transfers for soft lighting, dithered screen-door LOD cross-fading, octahedral impostors, and vertex/texture memory quantization.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2BA4C4A-3318-92FB-A6AC-8C9578BC9D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9468" y="4669353"/>
            <a:ext cx="3030948" cy="210732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AA5E4C8-CCD6-984E-AA74-D5985DD7A5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0416" y="4669353"/>
            <a:ext cx="3012388" cy="210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0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8F6D3-3BFC-F7E0-AA10-95AE44979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4C9FA9-FA19-708A-4CEF-5F4F2C7A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Workflow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ED4855-22EE-1D16-3C28-2EDE28D17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Quick pipeline from </a:t>
            </a:r>
            <a:r>
              <a:rPr lang="en-US" altLang="zh-CN" dirty="0" err="1"/>
              <a:t>gltf</a:t>
            </a:r>
            <a:r>
              <a:rPr lang="en-US" altLang="zh-CN" dirty="0"/>
              <a:t>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Good for elite engineering team to make finer customization and edge-case debugging </a:t>
            </a:r>
          </a:p>
          <a:p>
            <a:r>
              <a:rPr lang="en-US" altLang="zh-CN" dirty="0"/>
              <a:t>Compatible with traditional git management</a:t>
            </a:r>
          </a:p>
          <a:p>
            <a:r>
              <a:rPr lang="en-US" altLang="zh-CN" dirty="0"/>
              <a:t>Good for developing a professional rendering team instead of generalists</a:t>
            </a:r>
          </a:p>
          <a:p>
            <a:r>
              <a:rPr lang="en-US" altLang="zh-CN" dirty="0"/>
              <a:t>Move fast, deliver quick and precise solution, source code fully controllable and explainable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30839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Technologies Used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604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dirty="0"/>
              <a:t>MCP for blender</a:t>
            </a:r>
          </a:p>
          <a:p>
            <a:r>
              <a:rPr lang="en-US" altLang="zh-CN" dirty="0"/>
              <a:t>GLTF/GLB file extension</a:t>
            </a:r>
          </a:p>
          <a:p>
            <a:r>
              <a:rPr lang="en-US" altLang="zh-CN" dirty="0"/>
              <a:t>Android OS/ ADB debugging/ APK file extension/ Cross compiling</a:t>
            </a:r>
          </a:p>
          <a:p>
            <a:r>
              <a:rPr lang="en-US" altLang="zh-CN" dirty="0"/>
              <a:t>Rust programming language</a:t>
            </a:r>
          </a:p>
          <a:p>
            <a:r>
              <a:rPr lang="en-US" altLang="zh-CN" dirty="0" err="1"/>
              <a:t>Botaniq</a:t>
            </a:r>
            <a:r>
              <a:rPr lang="en-US" altLang="zh-CN" dirty="0"/>
              <a:t> blender plugin for plant resources</a:t>
            </a:r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 txBox="1">
            <a:spLocks/>
          </p:cNvSpPr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92A7-A398-8E9B-1662-A912A1000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7AE7C9-8F03-CDB0-D027-36309327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MCP for Blender</a:t>
            </a:r>
            <a:endParaRPr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623197-5A4C-2FF6-5850-E1A8517A2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EEFE3E-A182-F32B-2720-1B55C6E9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B3A017-B718-300C-41CD-D9CCEF9CF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816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B5C94-CC69-5322-F19F-AB5D61AC1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9A65D-BCA9-EBDD-F495-8AA66AF28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GLTF/GLB extension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9434F6-E4A4-20BD-E2F4-BAA18285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172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660F6-F363-FD77-5D1E-98DC0379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8AD7D4-E292-EA64-F0D4-B2512616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Android OS/ADB/APK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731147-B5A1-F0B0-2687-A47A37792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53" y="1374692"/>
            <a:ext cx="5320193" cy="335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05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About AI usage in 3d engineering</a:t>
            </a:r>
          </a:p>
          <a:p>
            <a:r>
              <a:rPr lang="en-US" altLang="zh-CN" dirty="0"/>
              <a:t>About low layer engineering</a:t>
            </a:r>
          </a:p>
          <a:p>
            <a:r>
              <a:rPr lang="en-US" altLang="zh-CN" dirty="0"/>
              <a:t>About math (linear algebra) inside 3d rendering</a:t>
            </a:r>
          </a:p>
          <a:p>
            <a:r>
              <a:rPr lang="en-US" altLang="zh-CN" dirty="0"/>
              <a:t>About my personal career plan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5665</TotalTime>
  <Words>259</Words>
  <Application>Microsoft Office PowerPoint</Application>
  <PresentationFormat>Widescreen</PresentationFormat>
  <Paragraphs>47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等线</vt:lpstr>
      <vt:lpstr>等线 Light</vt:lpstr>
      <vt:lpstr>Arial</vt:lpstr>
      <vt:lpstr>Calibri</vt:lpstr>
      <vt:lpstr>Office 主题​​</vt:lpstr>
      <vt:lpstr>WebGPU-Renderer Car rendering case study</vt:lpstr>
      <vt:lpstr>Showcase</vt:lpstr>
      <vt:lpstr>Architecture</vt:lpstr>
      <vt:lpstr>Detailed Analysis by category</vt:lpstr>
      <vt:lpstr>Visual analysis – plant animation</vt:lpstr>
      <vt:lpstr>Visual analysis – plant scatter Ecotone Gradient Scatterer with Variable-Radius Poisson Disk Sampling and Noise-Modulated Density</vt:lpstr>
      <vt:lpstr>Performance analysis - Plant</vt:lpstr>
      <vt:lpstr>Workflow analysis</vt:lpstr>
      <vt:lpstr>Other Technologies Used</vt:lpstr>
      <vt:lpstr>MCP for Blender</vt:lpstr>
      <vt:lpstr>GLTF/GLB extension</vt:lpstr>
      <vt:lpstr>Android OS/ADB/APK</vt:lpstr>
      <vt:lpstr>Personal notes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2026-10-13T12:20:22Z</dcterms:modified>
</cp:coreProperties>
</file>