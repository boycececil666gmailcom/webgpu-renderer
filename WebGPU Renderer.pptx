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3" r:id="rId7"/>
    <p:sldId id="262" r:id="rId8"/>
    <p:sldId id="259" r:id="rId9"/>
    <p:sldId id="26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766BFE-92B0-4947-B12B-4251E9BB4474}" v="3" dt="2026-10-08T12:27:12.4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9T10:18:23.916" v="2883" actId="1076"/>
      <pc:docMkLst>
        <pc:docMk/>
      </pc:docMkLst>
      <pc:sldChg chg="modSp new mod">
        <pc:chgData name="Tyrion Bao" userId="86a2b12e41226f78" providerId="LiveId" clId="{BE0B2CE4-1428-496C-ACE6-ADB1F60287EC}" dt="2026-10-08T12:27:43.123" v="2711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8T12:27:21.950" v="2685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7:43.123" v="2711" actId="20577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9T10:18:23.916" v="2883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8T12:23:12.873" v="2641" actId="20577"/>
          <ac:spMkLst>
            <pc:docMk/>
            <pc:sldMk cId="1637792322" sldId="257"/>
            <ac:spMk id="2" creationId="{EF109D9A-32F0-389A-4734-F58B5C6E3A6A}"/>
          </ac:spMkLst>
        </pc:spChg>
        <pc:spChg chg="mod">
          <ac:chgData name="Tyrion Bao" userId="86a2b12e41226f78" providerId="LiveId" clId="{BE0B2CE4-1428-496C-ACE6-ADB1F60287EC}" dt="2026-10-02T09:23:08.887" v="1743"/>
          <ac:spMkLst>
            <pc:docMk/>
            <pc:sldMk cId="1637792322" sldId="257"/>
            <ac:spMk id="3" creationId="{4010F9DF-5F23-AAB3-E1EA-5ADEE9B77134}"/>
          </ac:spMkLst>
        </pc:spChg>
        <pc:picChg chg="add del mod">
          <ac:chgData name="Tyrion Bao" userId="86a2b12e41226f78" providerId="LiveId" clId="{BE0B2CE4-1428-496C-ACE6-ADB1F60287EC}" dt="2026-10-08T08:21:50.991" v="2173" actId="478"/>
          <ac:picMkLst>
            <pc:docMk/>
            <pc:sldMk cId="1637792322" sldId="257"/>
            <ac:picMk id="5" creationId="{59F0022F-20A8-AB83-956C-892CB90B7772}"/>
          </ac:picMkLst>
        </pc:picChg>
        <pc:picChg chg="add mod">
          <ac:chgData name="Tyrion Bao" userId="86a2b12e41226f78" providerId="LiveId" clId="{BE0B2CE4-1428-496C-ACE6-ADB1F60287EC}" dt="2026-10-09T10:18:23.916" v="2883" actId="1076"/>
          <ac:picMkLst>
            <pc:docMk/>
            <pc:sldMk cId="1637792322" sldId="257"/>
            <ac:picMk id="5" creationId="{8923175F-3781-1CBD-86B8-235251AAD9CB}"/>
          </ac:picMkLst>
        </pc:picChg>
        <pc:picChg chg="add del mod">
          <ac:chgData name="Tyrion Bao" userId="86a2b12e41226f78" providerId="LiveId" clId="{BE0B2CE4-1428-496C-ACE6-ADB1F60287EC}" dt="2026-10-09T10:18:15.626" v="2880" actId="478"/>
          <ac:picMkLst>
            <pc:docMk/>
            <pc:sldMk cId="1637792322" sldId="257"/>
            <ac:picMk id="7" creationId="{276E3B66-26FF-AD36-908C-F3F6ECA2261E}"/>
          </ac:picMkLst>
        </pc:picChg>
      </pc:sldChg>
      <pc:sldChg chg="modSp new mod">
        <pc:chgData name="Tyrion Bao" userId="86a2b12e41226f78" providerId="LiveId" clId="{BE0B2CE4-1428-496C-ACE6-ADB1F60287EC}" dt="2026-10-08T12:22:53.244" v="2612" actId="20577"/>
        <pc:sldMkLst>
          <pc:docMk/>
          <pc:sldMk cId="2182435635" sldId="258"/>
        </pc:sldMkLst>
        <pc:spChg chg="mod">
          <ac:chgData name="Tyrion Bao" userId="86a2b12e41226f78" providerId="LiveId" clId="{BE0B2CE4-1428-496C-ACE6-ADB1F60287EC}" dt="2026-10-08T12:22:53.244" v="2612" actId="20577"/>
          <ac:spMkLst>
            <pc:docMk/>
            <pc:sldMk cId="2182435635" sldId="258"/>
            <ac:spMk id="2" creationId="{5A6A0DDF-6AE1-2597-B37F-5E53B7B0AAAE}"/>
          </ac:spMkLst>
        </pc:sp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8T12:23:52.779" v="2679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2T09:59:00.326" v="1827" actId="20577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BE0B2CE4-1428-496C-ACE6-ADB1F60287EC}" dt="2026-10-08T12:23:52.779" v="2679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9T05:59:57.721" v="2879" actId="20577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9T05:59:32.981" v="2787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9T05:59:57.721" v="2879" actId="20577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2T10:04:59.438" v="2000" actId="20577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2T10:03:58.819" v="1831" actId="12"/>
          <ac:spMkLst>
            <pc:docMk/>
            <pc:sldMk cId="1949254824" sldId="263"/>
            <ac:spMk id="2" creationId="{9C52CD5E-0479-C15D-685C-53C96A9A2573}"/>
          </ac:spMkLst>
        </pc:spChg>
        <pc:spChg chg="mod">
          <ac:chgData name="Tyrion Bao" userId="86a2b12e41226f78" providerId="LiveId" clId="{BE0B2CE4-1428-496C-ACE6-ADB1F60287EC}" dt="2026-10-02T10:04:59.438" v="2000" actId="20577"/>
          <ac:spMkLst>
            <pc:docMk/>
            <pc:sldMk cId="1949254824" sldId="263"/>
            <ac:spMk id="3" creationId="{76C5F6CF-1048-44CE-5671-5D14C8C22D4E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-Vulkan-Android Renderer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982236"/>
          </a:xfrm>
        </p:spPr>
        <p:txBody>
          <a:bodyPr>
            <a:normAutofit/>
          </a:bodyPr>
          <a:lstStyle/>
          <a:p>
            <a:r>
              <a:rPr lang="en-US" altLang="zh-CN" dirty="0" err="1"/>
              <a:t>Thundersoft</a:t>
            </a:r>
            <a:r>
              <a:rPr lang="en-US" altLang="zh-CN" dirty="0"/>
              <a:t> Japan</a:t>
            </a:r>
          </a:p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10F9DF-5F23-AAB3-E1EA-5ADEE9B7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923175F-3781-1CBD-86B8-235251AA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0131" y="237961"/>
            <a:ext cx="5423179" cy="638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A0DDF-6AE1-2597-B37F-5E53B7B0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Core Feature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57FAFE-46D3-5E6C-7993-DDE70DEF6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243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18CD9C-0DB6-ED86-B2ED-A5071F21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Detailed Analysis by category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Functional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AI integration analysis</a:t>
            </a:r>
          </a:p>
          <a:p>
            <a:r>
              <a:rPr lang="en-US" altLang="zh-CN" dirty="0"/>
              <a:t>Teamwork analysis</a:t>
            </a:r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Teamwork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button click from blender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AI-native rendering engine</a:t>
            </a:r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Other technologies used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MCP for blender/Blender</a:t>
            </a:r>
          </a:p>
          <a:p>
            <a:r>
              <a:rPr lang="en-US" altLang="zh-CN" dirty="0"/>
              <a:t>GLTF file format</a:t>
            </a:r>
          </a:p>
          <a:p>
            <a:r>
              <a:rPr lang="en-US" altLang="zh-CN" dirty="0" err="1"/>
              <a:t>WebGPU</a:t>
            </a:r>
            <a:r>
              <a:rPr lang="en-US" altLang="zh-CN" dirty="0"/>
              <a:t> standard</a:t>
            </a:r>
          </a:p>
          <a:p>
            <a:r>
              <a:rPr lang="en-US" altLang="zh-CN" dirty="0"/>
              <a:t>Android ADB debugging/Android OS/Android APK structure</a:t>
            </a:r>
          </a:p>
          <a:p>
            <a:r>
              <a:rPr lang="en-US" altLang="zh-CN" dirty="0"/>
              <a:t>Rust programming language for </a:t>
            </a:r>
            <a:r>
              <a:rPr lang="en-US" altLang="zh-CN" dirty="0" err="1"/>
              <a:t>WebGPU</a:t>
            </a:r>
            <a:r>
              <a:rPr lang="en-US" altLang="zh-CN"/>
              <a:t> 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 in the end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of my goal is to deeply utilize AI during rendering engineering. While understanding matters from an academic viewpoint so I can perform necessary customization when necessary and provide accurate consulting services.</a:t>
            </a:r>
          </a:p>
          <a:p>
            <a:r>
              <a:rPr lang="en-US" altLang="zh-CN" dirty="0"/>
              <a:t>My career goal will lean towards low level rendering engine optimization or client-facing consulting because of my language advantage</a:t>
            </a:r>
          </a:p>
          <a:p>
            <a:r>
              <a:rPr lang="en-US" altLang="zh-CN" dirty="0"/>
              <a:t>I define myself as a render engineer who is fully capable of using unity/UE/Kanzi or build customized rendering pipeline to maximize the potential of any hardware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Thanks!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160</Words>
  <Application>Microsoft Office PowerPoint</Application>
  <PresentationFormat>宽屏</PresentationFormat>
  <Paragraphs>26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WebGPU-Vulkan-Android Renderer Car rendering case study</vt:lpstr>
      <vt:lpstr>Showcase</vt:lpstr>
      <vt:lpstr>Architecture</vt:lpstr>
      <vt:lpstr>Core Feature</vt:lpstr>
      <vt:lpstr>Detailed Analysis by category</vt:lpstr>
      <vt:lpstr>Teamwork analysis</vt:lpstr>
      <vt:lpstr>Other technologies used</vt:lpstr>
      <vt:lpstr>Personal note in the end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2026-10-09T10:18:24Z</dcterms:modified>
</cp:coreProperties>
</file>