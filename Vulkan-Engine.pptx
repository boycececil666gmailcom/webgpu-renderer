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3" r:id="rId7"/>
    <p:sldId id="262" r:id="rId8"/>
    <p:sldId id="259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sldOrd">
      <pc:chgData name="Tyrion Bao" userId="86a2b12e41226f78" providerId="LiveId" clId="{BE0B2CE4-1428-496C-ACE6-ADB1F60287EC}" dt="2026-10-08T08:32:24.651" v="2180" actId="1076"/>
      <pc:docMkLst>
        <pc:docMk/>
      </pc:docMkLst>
      <pc:sldChg chg="modSp new mod">
        <pc:chgData name="Tyrion Bao" userId="86a2b12e41226f78" providerId="LiveId" clId="{BE0B2CE4-1428-496C-ACE6-ADB1F60287EC}" dt="2026-10-08T08:31:55.931" v="2175" actId="20577"/>
        <pc:sldMkLst>
          <pc:docMk/>
          <pc:sldMk cId="3812720094" sldId="256"/>
        </pc:sldMkLst>
        <pc:spChg chg="mod">
          <ac:chgData name="Tyrion Bao" userId="86a2b12e41226f78" providerId="LiveId" clId="{BE0B2CE4-1428-496C-ACE6-ADB1F60287EC}" dt="2026-10-08T08:31:55.931" v="2175" actId="20577"/>
          <ac:spMkLst>
            <pc:docMk/>
            <pc:sldMk cId="3812720094" sldId="256"/>
            <ac:spMk id="2" creationId="{5C3CDEB5-FA04-8CE4-BB0E-200B4F4793EF}"/>
          </ac:spMkLst>
        </pc:spChg>
        <pc:spChg chg="mod">
          <ac:chgData name="Tyrion Bao" userId="86a2b12e41226f78" providerId="LiveId" clId="{BE0B2CE4-1428-496C-ACE6-ADB1F60287EC}" dt="2026-10-08T08:31:51.793" v="2174" actId="14100"/>
          <ac:spMkLst>
            <pc:docMk/>
            <pc:sldMk cId="3812720094" sldId="256"/>
            <ac:spMk id="3" creationId="{67663B2F-E293-159D-8671-424CE59DD045}"/>
          </ac:spMkLst>
        </pc:spChg>
      </pc:sldChg>
      <pc:sldChg chg="addSp delSp modSp new mod">
        <pc:chgData name="Tyrion Bao" userId="86a2b12e41226f78" providerId="LiveId" clId="{BE0B2CE4-1428-496C-ACE6-ADB1F60287EC}" dt="2026-10-08T08:32:24.651" v="2180" actId="1076"/>
        <pc:sldMkLst>
          <pc:docMk/>
          <pc:sldMk cId="1637792322" sldId="257"/>
        </pc:sldMkLst>
        <pc:spChg chg="mod">
          <ac:chgData name="Tyrion Bao" userId="86a2b12e41226f78" providerId="LiveId" clId="{BE0B2CE4-1428-496C-ACE6-ADB1F60287EC}" dt="2026-10-02T09:57:59.370" v="1746" actId="20577"/>
          <ac:spMkLst>
            <pc:docMk/>
            <pc:sldMk cId="1637792322" sldId="257"/>
            <ac:spMk id="2" creationId="{EF109D9A-32F0-389A-4734-F58B5C6E3A6A}"/>
          </ac:spMkLst>
        </pc:spChg>
        <pc:spChg chg="mod">
          <ac:chgData name="Tyrion Bao" userId="86a2b12e41226f78" providerId="LiveId" clId="{BE0B2CE4-1428-496C-ACE6-ADB1F60287EC}" dt="2026-10-02T09:23:08.887" v="1743"/>
          <ac:spMkLst>
            <pc:docMk/>
            <pc:sldMk cId="1637792322" sldId="257"/>
            <ac:spMk id="3" creationId="{4010F9DF-5F23-AAB3-E1EA-5ADEE9B77134}"/>
          </ac:spMkLst>
        </pc:spChg>
        <pc:picChg chg="add del mod">
          <ac:chgData name="Tyrion Bao" userId="86a2b12e41226f78" providerId="LiveId" clId="{BE0B2CE4-1428-496C-ACE6-ADB1F60287EC}" dt="2026-10-08T08:21:50.991" v="2173" actId="478"/>
          <ac:picMkLst>
            <pc:docMk/>
            <pc:sldMk cId="1637792322" sldId="257"/>
            <ac:picMk id="5" creationId="{59F0022F-20A8-AB83-956C-892CB90B7772}"/>
          </ac:picMkLst>
        </pc:picChg>
        <pc:picChg chg="add mod">
          <ac:chgData name="Tyrion Bao" userId="86a2b12e41226f78" providerId="LiveId" clId="{BE0B2CE4-1428-496C-ACE6-ADB1F60287EC}" dt="2026-10-08T08:32:24.651" v="2180" actId="1076"/>
          <ac:picMkLst>
            <pc:docMk/>
            <pc:sldMk cId="1637792322" sldId="257"/>
            <ac:picMk id="7" creationId="{276E3B66-26FF-AD36-908C-F3F6ECA2261E}"/>
          </ac:picMkLst>
        </pc:picChg>
      </pc:sldChg>
      <pc:sldChg chg="modSp new mod">
        <pc:chgData name="Tyrion Bao" userId="86a2b12e41226f78" providerId="LiveId" clId="{BE0B2CE4-1428-496C-ACE6-ADB1F60287EC}" dt="2026-10-02T07:43:33.165" v="153" actId="20577"/>
        <pc:sldMkLst>
          <pc:docMk/>
          <pc:sldMk cId="2182435635" sldId="258"/>
        </pc:sldMkLst>
        <pc:spChg chg="mod">
          <ac:chgData name="Tyrion Bao" userId="86a2b12e41226f78" providerId="LiveId" clId="{BE0B2CE4-1428-496C-ACE6-ADB1F60287EC}" dt="2026-10-02T07:43:33.165" v="153" actId="20577"/>
          <ac:spMkLst>
            <pc:docMk/>
            <pc:sldMk cId="2182435635" sldId="258"/>
            <ac:spMk id="2" creationId="{5A6A0DDF-6AE1-2597-B37F-5E53B7B0AAAE}"/>
          </ac:spMkLst>
        </pc:spChg>
      </pc:sldChg>
      <pc:sldChg chg="modSp new mod ord">
        <pc:chgData name="Tyrion Bao" userId="86a2b12e41226f78" providerId="LiveId" clId="{BE0B2CE4-1428-496C-ACE6-ADB1F60287EC}" dt="2026-10-02T07:55:28.158" v="1737" actId="20577"/>
        <pc:sldMkLst>
          <pc:docMk/>
          <pc:sldMk cId="3127194409" sldId="259"/>
        </pc:sldMkLst>
        <pc:spChg chg="mod">
          <ac:chgData name="Tyrion Bao" userId="86a2b12e41226f78" providerId="LiveId" clId="{BE0B2CE4-1428-496C-ACE6-ADB1F60287EC}" dt="2026-10-02T07:48:01.668" v="579" actId="20577"/>
          <ac:spMkLst>
            <pc:docMk/>
            <pc:sldMk cId="3127194409" sldId="259"/>
            <ac:spMk id="2" creationId="{1631EA1C-1B4C-8E94-51C2-D8E2E04625BA}"/>
          </ac:spMkLst>
        </pc:spChg>
        <pc:spChg chg="mod">
          <ac:chgData name="Tyrion Bao" userId="86a2b12e41226f78" providerId="LiveId" clId="{BE0B2CE4-1428-496C-ACE6-ADB1F60287EC}" dt="2026-10-02T07:55:28.158" v="1737" actId="20577"/>
          <ac:spMkLst>
            <pc:docMk/>
            <pc:sldMk cId="3127194409" sldId="259"/>
            <ac:spMk id="3" creationId="{D864FF2B-5D3B-E95E-834D-1B30DB2A2B6B}"/>
          </ac:spMkLst>
        </pc:spChg>
      </pc:sldChg>
      <pc:sldChg chg="modSp new mod">
        <pc:chgData name="Tyrion Bao" userId="86a2b12e41226f78" providerId="LiveId" clId="{BE0B2CE4-1428-496C-ACE6-ADB1F60287EC}" dt="2026-10-08T08:10:25.802" v="2166" actId="20577"/>
        <pc:sldMkLst>
          <pc:docMk/>
          <pc:sldMk cId="1800488566" sldId="260"/>
        </pc:sldMkLst>
        <pc:spChg chg="mod">
          <ac:chgData name="Tyrion Bao" userId="86a2b12e41226f78" providerId="LiveId" clId="{BE0B2CE4-1428-496C-ACE6-ADB1F60287EC}" dt="2026-10-08T08:10:25.802" v="2166" actId="20577"/>
          <ac:spMkLst>
            <pc:docMk/>
            <pc:sldMk cId="1800488566" sldId="260"/>
            <ac:spMk id="2" creationId="{E5D21A7F-E611-6403-5DD1-39BC13FF79DD}"/>
          </ac:spMkLst>
        </pc:spChg>
      </pc:sldChg>
      <pc:sldChg chg="modSp new add del mod">
        <pc:chgData name="Tyrion Bao" userId="86a2b12e41226f78" providerId="LiveId" clId="{BE0B2CE4-1428-496C-ACE6-ADB1F60287EC}" dt="2026-10-02T09:59:00.326" v="1827" actId="20577"/>
        <pc:sldMkLst>
          <pc:docMk/>
          <pc:sldMk cId="3986438202" sldId="261"/>
        </pc:sldMkLst>
        <pc:spChg chg="mod">
          <ac:chgData name="Tyrion Bao" userId="86a2b12e41226f78" providerId="LiveId" clId="{BE0B2CE4-1428-496C-ACE6-ADB1F60287EC}" dt="2026-10-02T09:59:00.326" v="1827" actId="20577"/>
          <ac:spMkLst>
            <pc:docMk/>
            <pc:sldMk cId="3986438202" sldId="261"/>
            <ac:spMk id="2" creationId="{DF18CD9C-0DB6-ED86-B2ED-A5071F21E7C7}"/>
          </ac:spMkLst>
        </pc:spChg>
        <pc:spChg chg="mod">
          <ac:chgData name="Tyrion Bao" userId="86a2b12e41226f78" providerId="LiveId" clId="{BE0B2CE4-1428-496C-ACE6-ADB1F60287EC}" dt="2026-10-02T07:47:20.532" v="517" actId="20577"/>
          <ac:spMkLst>
            <pc:docMk/>
            <pc:sldMk cId="3986438202" sldId="261"/>
            <ac:spMk id="3" creationId="{2413A87A-A300-E5BC-D77E-E5ACD4FA9EBD}"/>
          </ac:spMkLst>
        </pc:spChg>
      </pc:sldChg>
      <pc:sldChg chg="modSp new mod">
        <pc:chgData name="Tyrion Bao" userId="86a2b12e41226f78" providerId="LiveId" clId="{BE0B2CE4-1428-496C-ACE6-ADB1F60287EC}" dt="2026-10-02T10:05:37.055" v="2060" actId="20577"/>
        <pc:sldMkLst>
          <pc:docMk/>
          <pc:sldMk cId="943744701" sldId="262"/>
        </pc:sldMkLst>
        <pc:spChg chg="mod">
          <ac:chgData name="Tyrion Bao" userId="86a2b12e41226f78" providerId="LiveId" clId="{BE0B2CE4-1428-496C-ACE6-ADB1F60287EC}" dt="2026-10-02T10:05:20.945" v="2057" actId="20577"/>
          <ac:spMkLst>
            <pc:docMk/>
            <pc:sldMk cId="943744701" sldId="262"/>
            <ac:spMk id="2" creationId="{95665380-229C-8A34-832A-ED2E12BF40D0}"/>
          </ac:spMkLst>
        </pc:spChg>
        <pc:spChg chg="mod">
          <ac:chgData name="Tyrion Bao" userId="86a2b12e41226f78" providerId="LiveId" clId="{BE0B2CE4-1428-496C-ACE6-ADB1F60287EC}" dt="2026-10-02T10:05:37.055" v="2060" actId="20577"/>
          <ac:spMkLst>
            <pc:docMk/>
            <pc:sldMk cId="943744701" sldId="262"/>
            <ac:spMk id="3" creationId="{1CDD36FB-14EB-E63C-DB13-5B0DFEF0AE1D}"/>
          </ac:spMkLst>
        </pc:spChg>
      </pc:sldChg>
      <pc:sldChg chg="modSp new mod">
        <pc:chgData name="Tyrion Bao" userId="86a2b12e41226f78" providerId="LiveId" clId="{BE0B2CE4-1428-496C-ACE6-ADB1F60287EC}" dt="2026-10-02T10:04:59.438" v="2000" actId="20577"/>
        <pc:sldMkLst>
          <pc:docMk/>
          <pc:sldMk cId="1949254824" sldId="263"/>
        </pc:sldMkLst>
        <pc:spChg chg="mod">
          <ac:chgData name="Tyrion Bao" userId="86a2b12e41226f78" providerId="LiveId" clId="{BE0B2CE4-1428-496C-ACE6-ADB1F60287EC}" dt="2026-10-02T10:03:58.819" v="1831" actId="12"/>
          <ac:spMkLst>
            <pc:docMk/>
            <pc:sldMk cId="1949254824" sldId="263"/>
            <ac:spMk id="2" creationId="{9C52CD5E-0479-C15D-685C-53C96A9A2573}"/>
          </ac:spMkLst>
        </pc:spChg>
        <pc:spChg chg="mod">
          <ac:chgData name="Tyrion Bao" userId="86a2b12e41226f78" providerId="LiveId" clId="{BE0B2CE4-1428-496C-ACE6-ADB1F60287EC}" dt="2026-10-02T10:04:59.438" v="2000" actId="20577"/>
          <ac:spMkLst>
            <pc:docMk/>
            <pc:sldMk cId="1949254824" sldId="263"/>
            <ac:spMk id="3" creationId="{76C5F6CF-1048-44CE-5671-5D14C8C22D4E}"/>
          </ac:spMkLst>
        </pc:spChg>
      </pc:sldChg>
      <pc:sldChg chg="modSp new mod">
        <pc:chgData name="Tyrion Bao" userId="86a2b12e41226f78" providerId="LiveId" clId="{BE0B2CE4-1428-496C-ACE6-ADB1F60287EC}" dt="2026-10-02T10:06:02.850" v="2078" actId="20577"/>
        <pc:sldMkLst>
          <pc:docMk/>
          <pc:sldMk cId="2396252889" sldId="265"/>
        </pc:sldMkLst>
        <pc:spChg chg="mod">
          <ac:chgData name="Tyrion Bao" userId="86a2b12e41226f78" providerId="LiveId" clId="{BE0B2CE4-1428-496C-ACE6-ADB1F60287EC}" dt="2026-10-02T10:06:02.850" v="2078" actId="20577"/>
          <ac:spMkLst>
            <pc:docMk/>
            <pc:sldMk cId="2396252889" sldId="265"/>
            <ac:spMk id="2" creationId="{493A2EF7-200C-22DA-3C40-B6F90972A1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F10BB-7931-A5C5-0BFB-62A56F5BF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95C0B3-3C16-947A-13FC-FE767B273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A60CC-DF0F-51D9-1410-946F9150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D3CC9-5A26-1DA1-3E3C-B2A31832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9AD22-1011-AF95-AE8A-893F8B8C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6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452D7-87DE-0AAD-B608-02DC0C84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00E40-9315-9706-CDED-E7C280D7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25CDD-C6A8-24F1-9BB2-8ED08D66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56564-B319-8278-332F-F2940E5B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2C893-E0B4-4482-98B1-D6A76705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8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CFFDC-A691-AB25-C371-C20EED83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9ECE28-7838-2A3B-2978-29E0A5D6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2D87A-D370-DB80-410E-CB0E1CB7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7C4F2-77D5-4674-5645-B2B5BAA4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8D9876-66B0-0FA9-6959-C26C2047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00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6B937-7B70-FA13-A017-5C93ECB4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32420-C1C2-994E-2423-C750B86AB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70542-94D5-E84C-A012-95443A571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BD2F01-9F51-C542-D15B-E04AC003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ECCF00-94BA-E294-E37E-2FE20DEF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780963-AE8B-B7F3-522D-7907D50A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52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64CC5-2D84-36B2-DB5B-113C8EEE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F47B66-1BE4-B842-244C-4BA26648D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C30F3-805A-83F7-2F3F-3099D460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1D6352-FB82-0489-2258-DC8B414C3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017061-BD3F-4039-BA2F-ECD6C5250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23185F-8CC2-18A5-7825-F09DFD59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DD7CC1-8495-526A-CD98-A1BCD3DE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B8A851-A1F4-1E19-360F-96DC18EB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5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37A03-AFEF-8344-5F80-A308312C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1A0ABD-7F32-D850-C0FC-4475D4C3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074E27-8A86-872A-9815-0D574A2E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426F65-5978-3CA4-7ABD-74087C2F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362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D51B7A-463F-630A-A1C9-221B5378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24ACF2-1140-F3F4-CDD7-C291F21C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9A664-D665-C83E-4979-78BD3481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6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BE4E5-E3E2-09FB-E6A9-E754CD92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F21FD-3A29-EC06-23C9-C22C617F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4AB5A-51D4-DADC-AE0C-8518C97E2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19ACE-9DD6-FC13-1FB4-D8855C6E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E35C0A-9132-EF9B-4A0C-E0B3199A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077AA6-BC58-3372-A97B-8ECC042B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82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1DFB4-2127-9742-761A-E37E7393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1D5D82-3A12-B379-B55F-1E8538F535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7647E3-ECAC-51F2-E009-977C06DAB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60208-0B6B-AE35-23A8-384487BA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F61D1-037F-7FA3-53DA-43558107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9A723A-6B5A-DB42-7B53-D64D8C0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2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ADCB9-B974-A381-F260-60382F90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49524D-3533-694B-914C-B8E01500A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79089-5114-EF9C-50D6-9CFC2D59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4DC67-D913-EBF7-7084-98629CD7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A4A54-9EBA-540A-9D14-91A212F7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A0BC94-BAE6-B74F-8B2D-9C01A933A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F40082-117E-6480-AE42-E30A5D26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367A2-9E74-8CD1-2717-CE0F9766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A408E-D8EF-934D-9327-67B8CE36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776D6D-F8FB-8CE5-2096-60C77256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4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2700B3-D4EC-89C5-36B2-D2D5E625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96BC56-BB5B-D760-9B0E-648F459A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BEA5F-0F28-4DE8-B0A6-B06AE8FBE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0F84E-4F92-482B-9E59-E7E052490FE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C64AF-82C5-8FF4-268F-948E7CE23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6CE05-5103-9ACC-B70F-FF04F2D14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28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CDEB5-FA04-8CE4-BB0E-200B4F479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WebGPU</a:t>
            </a:r>
            <a:r>
              <a:rPr lang="en-US" altLang="zh-CN" dirty="0"/>
              <a:t> Rendering Engine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en-US" altLang="zh-CN" dirty="0" err="1"/>
              <a:t>WebGPU</a:t>
            </a:r>
            <a:r>
              <a:rPr lang="en-US" altLang="zh-CN" dirty="0"/>
              <a:t>-Vulkan-Android)</a:t>
            </a:r>
            <a:br>
              <a:rPr lang="en-US" altLang="zh-CN" dirty="0"/>
            </a:br>
            <a:r>
              <a:rPr lang="en-US" altLang="zh-CN" dirty="0"/>
              <a:t>Car rendering showcase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663B2F-E293-159D-8671-424CE59DD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2236"/>
          </a:xfrm>
        </p:spPr>
        <p:txBody>
          <a:bodyPr/>
          <a:lstStyle/>
          <a:p>
            <a:r>
              <a:rPr lang="en-US" altLang="zh-CN" dirty="0" err="1"/>
              <a:t>Thundersoft</a:t>
            </a:r>
            <a:r>
              <a:rPr lang="en-US" altLang="zh-CN" dirty="0"/>
              <a:t> Japan </a:t>
            </a:r>
          </a:p>
          <a:p>
            <a:r>
              <a:rPr lang="en-US" altLang="zh-CN" dirty="0"/>
              <a:t>Tyrion Bao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720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21A7F-E611-6403-5DD1-39BC13FF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Rendering result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254BE-7A07-9156-F598-AEAADA640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48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09D9A-32F0-389A-4734-F58B5C6E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 level 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0F9DF-5F23-AAB3-E1EA-5ADEE9B7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6E3B66-26FF-AD36-908C-F3F6ECA2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7" y="1659928"/>
            <a:ext cx="6994898" cy="483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9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A0DDF-6AE1-2597-B37F-5E53B7B0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Functionality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7FAFE-46D3-5E6C-7993-DDE70DEF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3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8CD9C-0DB6-ED86-B2ED-A5071F21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Detailed Analysis by category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3A87A-A300-E5BC-D77E-E5ACD4FA9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Visual analysis</a:t>
            </a:r>
          </a:p>
          <a:p>
            <a:r>
              <a:rPr lang="en-US" altLang="zh-CN" dirty="0"/>
              <a:t>Performance analysis</a:t>
            </a:r>
          </a:p>
          <a:p>
            <a:r>
              <a:rPr lang="en-US" altLang="zh-CN" dirty="0"/>
              <a:t>Performance analysis</a:t>
            </a:r>
          </a:p>
          <a:p>
            <a:r>
              <a:rPr lang="en-US" altLang="zh-CN" dirty="0"/>
              <a:t>AI potential analysis</a:t>
            </a:r>
          </a:p>
          <a:p>
            <a:r>
              <a:rPr lang="en-US" altLang="zh-CN" dirty="0"/>
              <a:t>Teamwork analysis</a:t>
            </a:r>
          </a:p>
        </p:txBody>
      </p:sp>
    </p:spTree>
    <p:extLst>
      <p:ext uri="{BB962C8B-B14F-4D97-AF65-F5344CB8AC3E}">
        <p14:creationId xmlns:p14="http://schemas.microsoft.com/office/powerpoint/2010/main" val="398643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2CD5E-0479-C15D-685C-53C96A9A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Teamwork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5F6CF-1048-44CE-5671-5D14C8C2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One button click from blender to </a:t>
            </a:r>
            <a:r>
              <a:rPr lang="en-US" altLang="zh-CN" dirty="0" err="1"/>
              <a:t>renderable</a:t>
            </a:r>
            <a:endParaRPr lang="en-US" altLang="zh-CN" dirty="0"/>
          </a:p>
          <a:p>
            <a:r>
              <a:rPr lang="en-US" altLang="zh-CN" dirty="0"/>
              <a:t>AI-native rendering engine</a:t>
            </a:r>
          </a:p>
        </p:txBody>
      </p:sp>
    </p:spTree>
    <p:extLst>
      <p:ext uri="{BB962C8B-B14F-4D97-AF65-F5344CB8AC3E}">
        <p14:creationId xmlns:p14="http://schemas.microsoft.com/office/powerpoint/2010/main" val="194925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5380-229C-8A34-832A-ED2E12BF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technology I learnt from the experience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DD36FB-14EB-E63C-DB13-5B0DFEF0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Google Antigravity IDE</a:t>
            </a:r>
          </a:p>
          <a:p>
            <a:r>
              <a:rPr lang="en-US" altLang="zh-CN" dirty="0"/>
              <a:t>MCP for blender/Blender</a:t>
            </a:r>
          </a:p>
          <a:p>
            <a:r>
              <a:rPr lang="en-US" altLang="zh-CN" dirty="0"/>
              <a:t>GLTF file format</a:t>
            </a:r>
          </a:p>
          <a:p>
            <a:r>
              <a:rPr lang="en-US" altLang="zh-CN" dirty="0"/>
              <a:t>Python</a:t>
            </a:r>
          </a:p>
          <a:p>
            <a:r>
              <a:rPr lang="en-US" altLang="zh-CN" dirty="0"/>
              <a:t>Rust</a:t>
            </a:r>
          </a:p>
          <a:p>
            <a:r>
              <a:rPr lang="en-US" altLang="zh-CN" dirty="0"/>
              <a:t>Vulkan rendering backend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74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1EA1C-1B4C-8E94-51C2-D8E2E0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Personal note in the end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4FF2B-5D3B-E95E-834D-1B30DB2A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My technical goal is to deeply engage with AI development pipeline while understanding matters from an academic viewpoint so I can perform necessary customization when necessary</a:t>
            </a:r>
          </a:p>
          <a:p>
            <a:r>
              <a:rPr lang="en-US" altLang="zh-CN" dirty="0"/>
              <a:t>My personal career goal will lean to engine optimization or client-facing technical consulting</a:t>
            </a:r>
          </a:p>
          <a:p>
            <a:r>
              <a:rPr lang="en-US" altLang="zh-CN" dirty="0"/>
              <a:t>I define myself as a render engineer who is fully capable of using unity/UE/Kanzi or build customized rendering pipeline to maximize the potential of any hardware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19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A2EF7-200C-22DA-3C40-B6F90972A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CD6C58-D537-7B4D-F070-8B1691132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625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148</Words>
  <Application>Microsoft Office PowerPoint</Application>
  <PresentationFormat>宽屏</PresentationFormat>
  <Paragraphs>27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WebGPU Rendering Engine (WebGPU-Vulkan-Android) Car rendering showcase</vt:lpstr>
      <vt:lpstr>Rendering result</vt:lpstr>
      <vt:lpstr>High level overview</vt:lpstr>
      <vt:lpstr>Core Functionality</vt:lpstr>
      <vt:lpstr>Detailed Analysis by category</vt:lpstr>
      <vt:lpstr>Teamwork analysis</vt:lpstr>
      <vt:lpstr>Other technology I learnt from the experience</vt:lpstr>
      <vt:lpstr>Personal note in the end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Tyrion Bao</dc:creator>
  <cp:lastModifiedBy>Tyrion Bao</cp:lastModifiedBy>
  <cp:revision>1</cp:revision>
  <dcterms:created xsi:type="dcterms:W3CDTF">2026-10-02T07:39:55Z</dcterms:created>
  <dcterms:modified xsi:type="dcterms:W3CDTF">2026-10-08T08:32:32Z</dcterms:modified>
</cp:coreProperties>
</file>